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4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7" r:id="rId5"/>
    <p:sldMasterId id="2147483748" r:id="rId6"/>
  </p:sldMasterIdLst>
  <p:notesMasterIdLst>
    <p:notesMasterId r:id="rId11"/>
  </p:notesMasterIdLst>
  <p:sldIdLst>
    <p:sldId id="256" r:id="rId12"/>
  </p:sldIdLst>
  <p:sldSz cy="5143500" cx="9144000"/>
  <p:notesSz cx="6858000" cy="9144000"/>
  <p:embeddedFontLst>
    <p:embeddedFont>
      <p:font typeface="Inter"/>
      <p:regular r:id="rId142"/>
      <p:bold r:id="rId143"/>
      <p:italic r:id="rId144"/>
      <p:boldItalic r:id="rId145"/>
    </p:embeddedFont>
    <p:embeddedFont>
      <p:font typeface="Bitter"/>
      <p:regular r:id="rId148"/>
      <p:bold r:id="rId149"/>
      <p:italic r:id="rId150"/>
      <p:boldItalic r:id="rId151"/>
    </p:embeddedFont>
    <p:embeddedFont>
      <p:font typeface="Prompt"/>
      <p:regular r:id="rId152"/>
      <p:bold r:id="rId153"/>
      <p:italic r:id="rId154"/>
      <p:boldItalic r:id="rId155"/>
    </p:embeddedFont>
    <p:embeddedFont>
      <p:font typeface="Asap"/>
      <p:regular r:id="rId160"/>
      <p:bold r:id="rId161"/>
      <p:italic r:id="rId162"/>
      <p:boldItalic r:id="rId1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50" Type="http://schemas.openxmlformats.org/officeDocument/2006/relationships/font" Target="fonts/Bit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Bitter-bold.fntdata"/><Relationship Id="rId148" Type="http://schemas.openxmlformats.org/officeDocument/2006/relationships/font" Target="fonts/Bitter-regular.fntdata"/><Relationship Id="rId143" Type="http://schemas.openxmlformats.org/officeDocument/2006/relationships/font" Target="fonts/Inter-bold.fntdata"/><Relationship Id="rId142" Type="http://schemas.openxmlformats.org/officeDocument/2006/relationships/font" Target="fonts/Inter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45" Type="http://schemas.openxmlformats.org/officeDocument/2006/relationships/font" Target="fonts/Inter-boldItalic.fntdata"/><Relationship Id="rId144" Type="http://schemas.openxmlformats.org/officeDocument/2006/relationships/font" Target="fonts/Inter-italic.fntdata"/><Relationship Id="rId163" Type="http://schemas.openxmlformats.org/officeDocument/2006/relationships/font" Target="fonts/Asap-boldItalic.fntdata"/><Relationship Id="rId162" Type="http://schemas.openxmlformats.org/officeDocument/2006/relationships/font" Target="fonts/Asap-italic.fntdata"/><Relationship Id="rId161" Type="http://schemas.openxmlformats.org/officeDocument/2006/relationships/font" Target="fonts/Asap-bold.fntdata"/><Relationship Id="rId160" Type="http://schemas.openxmlformats.org/officeDocument/2006/relationships/font" Target="fonts/Asap-regular.fntdata"/><Relationship Id="rId154" Type="http://schemas.openxmlformats.org/officeDocument/2006/relationships/font" Target="fonts/Prompt-italic.fntdata"/><Relationship Id="rId153" Type="http://schemas.openxmlformats.org/officeDocument/2006/relationships/font" Target="fonts/Prompt-bold.fntdata"/><Relationship Id="rId152" Type="http://schemas.openxmlformats.org/officeDocument/2006/relationships/font" Target="fonts/Prompt-regular.fntdata"/><Relationship Id="rId151" Type="http://schemas.openxmlformats.org/officeDocument/2006/relationships/font" Target="fonts/Bitter-boldItalic.fntdata"/><Relationship Id="rId155" Type="http://schemas.openxmlformats.org/officeDocument/2006/relationships/font" Target="fonts/Promp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713225" y="701700"/>
            <a:ext cx="44598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713225" y="3191175"/>
            <a:ext cx="44598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6" name="Google Shape;56;p14"/>
          <p:cNvGrpSpPr/>
          <p:nvPr/>
        </p:nvGrpSpPr>
        <p:grpSpPr>
          <a:xfrm>
            <a:off x="6844224" y="991907"/>
            <a:ext cx="2528583" cy="3403880"/>
            <a:chOff x="3074425" y="836100"/>
            <a:chExt cx="1472075" cy="1981650"/>
          </a:xfrm>
        </p:grpSpPr>
        <p:sp>
          <p:nvSpPr>
            <p:cNvPr id="57" name="Google Shape;57;p14"/>
            <p:cNvSpPr/>
            <p:nvPr/>
          </p:nvSpPr>
          <p:spPr>
            <a:xfrm>
              <a:off x="4381300" y="1216050"/>
              <a:ext cx="165200" cy="1601700"/>
            </a:xfrm>
            <a:custGeom>
              <a:rect b="b" l="l" r="r" t="t"/>
              <a:pathLst>
                <a:path extrusionOk="0" h="64068" w="6608">
                  <a:moveTo>
                    <a:pt x="1" y="0"/>
                  </a:moveTo>
                  <a:lnTo>
                    <a:pt x="1" y="64067"/>
                  </a:lnTo>
                  <a:lnTo>
                    <a:pt x="6608" y="64067"/>
                  </a:lnTo>
                  <a:lnTo>
                    <a:pt x="660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4063600" y="930150"/>
              <a:ext cx="317725" cy="1887600"/>
            </a:xfrm>
            <a:custGeom>
              <a:rect b="b" l="l" r="r" t="t"/>
              <a:pathLst>
                <a:path extrusionOk="0" h="75504" w="12709">
                  <a:moveTo>
                    <a:pt x="0" y="1"/>
                  </a:moveTo>
                  <a:lnTo>
                    <a:pt x="0" y="75503"/>
                  </a:lnTo>
                  <a:lnTo>
                    <a:pt x="12709" y="75503"/>
                  </a:lnTo>
                  <a:lnTo>
                    <a:pt x="1270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3656050" y="1110775"/>
              <a:ext cx="407575" cy="1706975"/>
            </a:xfrm>
            <a:custGeom>
              <a:rect b="b" l="l" r="r" t="t"/>
              <a:pathLst>
                <a:path extrusionOk="0" h="68279" w="16303">
                  <a:moveTo>
                    <a:pt x="0" y="0"/>
                  </a:moveTo>
                  <a:lnTo>
                    <a:pt x="0" y="68278"/>
                  </a:lnTo>
                  <a:lnTo>
                    <a:pt x="16302" y="68278"/>
                  </a:lnTo>
                  <a:lnTo>
                    <a:pt x="16302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3074425" y="1576350"/>
              <a:ext cx="581650" cy="1241400"/>
            </a:xfrm>
            <a:custGeom>
              <a:rect b="b" l="l" r="r" t="t"/>
              <a:pathLst>
                <a:path extrusionOk="0" h="49656" w="23266">
                  <a:moveTo>
                    <a:pt x="1" y="0"/>
                  </a:moveTo>
                  <a:lnTo>
                    <a:pt x="1" y="49655"/>
                  </a:lnTo>
                  <a:lnTo>
                    <a:pt x="23265" y="49655"/>
                  </a:lnTo>
                  <a:lnTo>
                    <a:pt x="2326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3137600" y="1514100"/>
              <a:ext cx="451100" cy="62275"/>
            </a:xfrm>
            <a:custGeom>
              <a:rect b="b" l="l" r="r" t="t"/>
              <a:pathLst>
                <a:path extrusionOk="0" h="2491" w="18044">
                  <a:moveTo>
                    <a:pt x="0" y="1"/>
                  </a:moveTo>
                  <a:lnTo>
                    <a:pt x="0" y="2490"/>
                  </a:lnTo>
                  <a:lnTo>
                    <a:pt x="18043" y="2490"/>
                  </a:lnTo>
                  <a:lnTo>
                    <a:pt x="1804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247550" y="1321325"/>
              <a:ext cx="226025" cy="192800"/>
            </a:xfrm>
            <a:custGeom>
              <a:rect b="b" l="l" r="r" t="t"/>
              <a:pathLst>
                <a:path extrusionOk="0" h="7712" w="9041">
                  <a:moveTo>
                    <a:pt x="1" y="1"/>
                  </a:moveTo>
                  <a:lnTo>
                    <a:pt x="1" y="7712"/>
                  </a:lnTo>
                  <a:lnTo>
                    <a:pt x="9041" y="7712"/>
                  </a:lnTo>
                  <a:lnTo>
                    <a:pt x="904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3685050" y="1038250"/>
              <a:ext cx="130100" cy="72550"/>
            </a:xfrm>
            <a:custGeom>
              <a:rect b="b" l="l" r="r" t="t"/>
              <a:pathLst>
                <a:path extrusionOk="0" h="2902" w="5204">
                  <a:moveTo>
                    <a:pt x="1" y="0"/>
                  </a:moveTo>
                  <a:lnTo>
                    <a:pt x="1" y="2901"/>
                  </a:lnTo>
                  <a:lnTo>
                    <a:pt x="5204" y="2901"/>
                  </a:lnTo>
                  <a:lnTo>
                    <a:pt x="520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4291475" y="836100"/>
              <a:ext cx="39800" cy="93600"/>
            </a:xfrm>
            <a:custGeom>
              <a:rect b="b" l="l" r="r" t="t"/>
              <a:pathLst>
                <a:path extrusionOk="0" h="3744" w="1592">
                  <a:moveTo>
                    <a:pt x="0" y="1"/>
                  </a:moveTo>
                  <a:lnTo>
                    <a:pt x="0" y="3744"/>
                  </a:lnTo>
                  <a:lnTo>
                    <a:pt x="1591" y="374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5353357" y="1166011"/>
            <a:ext cx="1511499" cy="3290861"/>
            <a:chOff x="1622025" y="238125"/>
            <a:chExt cx="746825" cy="1626000"/>
          </a:xfrm>
        </p:grpSpPr>
        <p:sp>
          <p:nvSpPr>
            <p:cNvPr id="66" name="Google Shape;66;p14"/>
            <p:cNvSpPr/>
            <p:nvPr/>
          </p:nvSpPr>
          <p:spPr>
            <a:xfrm>
              <a:off x="1622025" y="304550"/>
              <a:ext cx="214800" cy="1559575"/>
            </a:xfrm>
            <a:custGeom>
              <a:rect b="b" l="l" r="r" t="t"/>
              <a:pathLst>
                <a:path extrusionOk="0" h="62383" w="8592">
                  <a:moveTo>
                    <a:pt x="1" y="1"/>
                  </a:moveTo>
                  <a:lnTo>
                    <a:pt x="1" y="62383"/>
                  </a:lnTo>
                  <a:lnTo>
                    <a:pt x="8592" y="62383"/>
                  </a:lnTo>
                  <a:lnTo>
                    <a:pt x="859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1836800" y="729900"/>
              <a:ext cx="532050" cy="1134225"/>
            </a:xfrm>
            <a:custGeom>
              <a:rect b="b" l="l" r="r" t="t"/>
              <a:pathLst>
                <a:path extrusionOk="0" h="45369" w="21282">
                  <a:moveTo>
                    <a:pt x="1" y="0"/>
                  </a:moveTo>
                  <a:lnTo>
                    <a:pt x="1" y="45369"/>
                  </a:lnTo>
                  <a:lnTo>
                    <a:pt x="21281" y="45369"/>
                  </a:lnTo>
                  <a:lnTo>
                    <a:pt x="2128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1898575" y="672800"/>
              <a:ext cx="412250" cy="57125"/>
            </a:xfrm>
            <a:custGeom>
              <a:rect b="b" l="l" r="r" t="t"/>
              <a:pathLst>
                <a:path extrusionOk="0" h="2285" w="16490">
                  <a:moveTo>
                    <a:pt x="0" y="1"/>
                  </a:moveTo>
                  <a:lnTo>
                    <a:pt x="0" y="2284"/>
                  </a:lnTo>
                  <a:lnTo>
                    <a:pt x="16490" y="2284"/>
                  </a:lnTo>
                  <a:lnTo>
                    <a:pt x="1649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004325" y="496875"/>
              <a:ext cx="205900" cy="175950"/>
            </a:xfrm>
            <a:custGeom>
              <a:rect b="b" l="l" r="r" t="t"/>
              <a:pathLst>
                <a:path extrusionOk="0" h="7038" w="8236">
                  <a:moveTo>
                    <a:pt x="0" y="0"/>
                  </a:moveTo>
                  <a:lnTo>
                    <a:pt x="0" y="7038"/>
                  </a:lnTo>
                  <a:lnTo>
                    <a:pt x="8236" y="7038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691750" y="238125"/>
              <a:ext cx="118875" cy="66450"/>
            </a:xfrm>
            <a:custGeom>
              <a:rect b="b" l="l" r="r" t="t"/>
              <a:pathLst>
                <a:path extrusionOk="0" h="2658" w="4755">
                  <a:moveTo>
                    <a:pt x="1" y="0"/>
                  </a:moveTo>
                  <a:lnTo>
                    <a:pt x="1" y="2658"/>
                  </a:lnTo>
                  <a:lnTo>
                    <a:pt x="4755" y="2658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7189504" y="2296000"/>
            <a:ext cx="954842" cy="1856849"/>
            <a:chOff x="4087800" y="723675"/>
            <a:chExt cx="700750" cy="1362725"/>
          </a:xfrm>
        </p:grpSpPr>
        <p:sp>
          <p:nvSpPr>
            <p:cNvPr id="72" name="Google Shape;72;p14"/>
            <p:cNvSpPr/>
            <p:nvPr/>
          </p:nvSpPr>
          <p:spPr>
            <a:xfrm>
              <a:off x="4255125" y="723675"/>
              <a:ext cx="342125" cy="111600"/>
            </a:xfrm>
            <a:custGeom>
              <a:rect b="b" l="l" r="r" t="t"/>
              <a:pathLst>
                <a:path extrusionOk="0" h="4464" w="13685">
                  <a:moveTo>
                    <a:pt x="1" y="1"/>
                  </a:moveTo>
                  <a:lnTo>
                    <a:pt x="1" y="4463"/>
                  </a:lnTo>
                  <a:lnTo>
                    <a:pt x="13685" y="4463"/>
                  </a:lnTo>
                  <a:lnTo>
                    <a:pt x="1368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512250" y="723675"/>
              <a:ext cx="85000" cy="111600"/>
            </a:xfrm>
            <a:custGeom>
              <a:rect b="b" l="l" r="r" t="t"/>
              <a:pathLst>
                <a:path extrusionOk="0" h="4464" w="3400">
                  <a:moveTo>
                    <a:pt x="0" y="1"/>
                  </a:moveTo>
                  <a:lnTo>
                    <a:pt x="0" y="4463"/>
                  </a:lnTo>
                  <a:lnTo>
                    <a:pt x="3400" y="4463"/>
                  </a:lnTo>
                  <a:lnTo>
                    <a:pt x="340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087800" y="816075"/>
              <a:ext cx="700750" cy="1270325"/>
            </a:xfrm>
            <a:custGeom>
              <a:rect b="b" l="l" r="r" t="t"/>
              <a:pathLst>
                <a:path extrusionOk="0" h="50813" w="28030">
                  <a:moveTo>
                    <a:pt x="0" y="0"/>
                  </a:moveTo>
                  <a:lnTo>
                    <a:pt x="0" y="50812"/>
                  </a:lnTo>
                  <a:lnTo>
                    <a:pt x="28030" y="50812"/>
                  </a:lnTo>
                  <a:lnTo>
                    <a:pt x="28030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582400" y="816075"/>
              <a:ext cx="206150" cy="1270325"/>
            </a:xfrm>
            <a:custGeom>
              <a:rect b="b" l="l" r="r" t="t"/>
              <a:pathLst>
                <a:path extrusionOk="0" h="50813" w="8246">
                  <a:moveTo>
                    <a:pt x="1" y="0"/>
                  </a:moveTo>
                  <a:lnTo>
                    <a:pt x="1" y="50812"/>
                  </a:lnTo>
                  <a:lnTo>
                    <a:pt x="8246" y="50812"/>
                  </a:lnTo>
                  <a:lnTo>
                    <a:pt x="824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4138350" y="94287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297850" y="94287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4456475" y="94287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4138350" y="1088425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297850" y="1088425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456475" y="1088425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138350" y="1233975"/>
              <a:ext cx="68450" cy="68450"/>
            </a:xfrm>
            <a:custGeom>
              <a:rect b="b" l="l" r="r" t="t"/>
              <a:pathLst>
                <a:path extrusionOk="0" h="2738" w="2738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4297850" y="1233975"/>
              <a:ext cx="68875" cy="68450"/>
            </a:xfrm>
            <a:custGeom>
              <a:rect b="b" l="l" r="r" t="t"/>
              <a:pathLst>
                <a:path extrusionOk="0" h="2738" w="2755">
                  <a:moveTo>
                    <a:pt x="0" y="1"/>
                  </a:moveTo>
                  <a:lnTo>
                    <a:pt x="0" y="2737"/>
                  </a:lnTo>
                  <a:lnTo>
                    <a:pt x="2754" y="2737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4456475" y="1233975"/>
              <a:ext cx="68425" cy="68450"/>
            </a:xfrm>
            <a:custGeom>
              <a:rect b="b" l="l" r="r" t="t"/>
              <a:pathLst>
                <a:path extrusionOk="0" h="2738" w="2737">
                  <a:moveTo>
                    <a:pt x="0" y="1"/>
                  </a:moveTo>
                  <a:lnTo>
                    <a:pt x="0" y="2737"/>
                  </a:lnTo>
                  <a:lnTo>
                    <a:pt x="2737" y="2737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4138350" y="137910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4297850" y="137910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4456475" y="137910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4138350" y="1524650"/>
              <a:ext cx="68450" cy="68875"/>
            </a:xfrm>
            <a:custGeom>
              <a:rect b="b" l="l" r="r" t="t"/>
              <a:pathLst>
                <a:path extrusionOk="0" h="2755" w="2738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4297850" y="1524650"/>
              <a:ext cx="68875" cy="68875"/>
            </a:xfrm>
            <a:custGeom>
              <a:rect b="b" l="l" r="r" t="t"/>
              <a:pathLst>
                <a:path extrusionOk="0" h="2755" w="2755">
                  <a:moveTo>
                    <a:pt x="0" y="0"/>
                  </a:moveTo>
                  <a:lnTo>
                    <a:pt x="0" y="2754"/>
                  </a:lnTo>
                  <a:lnTo>
                    <a:pt x="2754" y="275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4456475" y="1524650"/>
              <a:ext cx="68425" cy="68875"/>
            </a:xfrm>
            <a:custGeom>
              <a:rect b="b" l="l" r="r" t="t"/>
              <a:pathLst>
                <a:path extrusionOk="0" h="2755" w="2737">
                  <a:moveTo>
                    <a:pt x="0" y="0"/>
                  </a:moveTo>
                  <a:lnTo>
                    <a:pt x="0" y="2754"/>
                  </a:lnTo>
                  <a:lnTo>
                    <a:pt x="2737" y="2754"/>
                  </a:lnTo>
                  <a:lnTo>
                    <a:pt x="273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4138350" y="1668875"/>
              <a:ext cx="68450" cy="68900"/>
            </a:xfrm>
            <a:custGeom>
              <a:rect b="b" l="l" r="r" t="t"/>
              <a:pathLst>
                <a:path extrusionOk="0" h="2756" w="2738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4297850" y="1668875"/>
              <a:ext cx="68875" cy="68900"/>
            </a:xfrm>
            <a:custGeom>
              <a:rect b="b" l="l" r="r" t="t"/>
              <a:pathLst>
                <a:path extrusionOk="0" h="2756" w="2755">
                  <a:moveTo>
                    <a:pt x="0" y="1"/>
                  </a:moveTo>
                  <a:lnTo>
                    <a:pt x="0" y="2755"/>
                  </a:lnTo>
                  <a:lnTo>
                    <a:pt x="2754" y="2755"/>
                  </a:lnTo>
                  <a:lnTo>
                    <a:pt x="2754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456475" y="1668875"/>
              <a:ext cx="68425" cy="68900"/>
            </a:xfrm>
            <a:custGeom>
              <a:rect b="b" l="l" r="r" t="t"/>
              <a:pathLst>
                <a:path extrusionOk="0" h="2756" w="2737">
                  <a:moveTo>
                    <a:pt x="0" y="1"/>
                  </a:moveTo>
                  <a:lnTo>
                    <a:pt x="0" y="2755"/>
                  </a:lnTo>
                  <a:lnTo>
                    <a:pt x="2737" y="2755"/>
                  </a:lnTo>
                  <a:lnTo>
                    <a:pt x="273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6125063" y="2365317"/>
            <a:ext cx="1004134" cy="1939934"/>
            <a:chOff x="3308625" y="459175"/>
            <a:chExt cx="736925" cy="1423700"/>
          </a:xfrm>
        </p:grpSpPr>
        <p:sp>
          <p:nvSpPr>
            <p:cNvPr id="95" name="Google Shape;95;p14"/>
            <p:cNvSpPr/>
            <p:nvPr/>
          </p:nvSpPr>
          <p:spPr>
            <a:xfrm>
              <a:off x="3308625" y="459175"/>
              <a:ext cx="736925" cy="1423700"/>
            </a:xfrm>
            <a:custGeom>
              <a:rect b="b" l="l" r="r" t="t"/>
              <a:pathLst>
                <a:path extrusionOk="0" h="56948" w="29477">
                  <a:moveTo>
                    <a:pt x="0" y="0"/>
                  </a:moveTo>
                  <a:lnTo>
                    <a:pt x="0" y="56948"/>
                  </a:lnTo>
                  <a:lnTo>
                    <a:pt x="29477" y="56948"/>
                  </a:lnTo>
                  <a:lnTo>
                    <a:pt x="29477" y="0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3352625" y="748525"/>
              <a:ext cx="109850" cy="148175"/>
            </a:xfrm>
            <a:custGeom>
              <a:rect b="b" l="l" r="r" t="t"/>
              <a:pathLst>
                <a:path extrusionOk="0" h="5927" w="4394">
                  <a:moveTo>
                    <a:pt x="2197" y="0"/>
                  </a:moveTo>
                  <a:cubicBezTo>
                    <a:pt x="977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3499500" y="7485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94" y="0"/>
                    <a:pt x="0" y="994"/>
                    <a:pt x="0" y="2214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214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3646350" y="7485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1" y="994"/>
                    <a:pt x="1" y="2214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214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52625" y="5546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499500" y="5546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3646350" y="5546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352625" y="956825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0"/>
                  </a:moveTo>
                  <a:cubicBezTo>
                    <a:pt x="977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3499500" y="956825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3646350" y="956825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0"/>
                  </a:moveTo>
                  <a:cubicBezTo>
                    <a:pt x="994" y="0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335482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94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501675" y="1356000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94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3648975" y="1356000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335482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196" y="0"/>
                  </a:moveTo>
                  <a:cubicBezTo>
                    <a:pt x="994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410" y="5927"/>
                  </a:lnTo>
                  <a:lnTo>
                    <a:pt x="4410" y="2197"/>
                  </a:lnTo>
                  <a:cubicBezTo>
                    <a:pt x="4410" y="976"/>
                    <a:pt x="3417" y="0"/>
                    <a:pt x="2196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3501675" y="1562125"/>
              <a:ext cx="110275" cy="148175"/>
            </a:xfrm>
            <a:custGeom>
              <a:rect b="b" l="l" r="r" t="t"/>
              <a:pathLst>
                <a:path extrusionOk="0" h="5927" w="4411">
                  <a:moveTo>
                    <a:pt x="2214" y="0"/>
                  </a:moveTo>
                  <a:cubicBezTo>
                    <a:pt x="994" y="0"/>
                    <a:pt x="0" y="976"/>
                    <a:pt x="18" y="2197"/>
                  </a:cubicBezTo>
                  <a:lnTo>
                    <a:pt x="18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76"/>
                    <a:pt x="3417" y="0"/>
                    <a:pt x="2214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3648975" y="1562125"/>
              <a:ext cx="109825" cy="148175"/>
            </a:xfrm>
            <a:custGeom>
              <a:rect b="b" l="l" r="r" t="t"/>
              <a:pathLst>
                <a:path extrusionOk="0" h="5927" w="4393">
                  <a:moveTo>
                    <a:pt x="2197" y="0"/>
                  </a:moveTo>
                  <a:cubicBezTo>
                    <a:pt x="976" y="0"/>
                    <a:pt x="0" y="976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76"/>
                    <a:pt x="3417" y="0"/>
                    <a:pt x="2197" y="0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3352625" y="1156400"/>
              <a:ext cx="109850" cy="148200"/>
            </a:xfrm>
            <a:custGeom>
              <a:rect b="b" l="l" r="r" t="t"/>
              <a:pathLst>
                <a:path extrusionOk="0" h="5928" w="4394">
                  <a:moveTo>
                    <a:pt x="2197" y="1"/>
                  </a:moveTo>
                  <a:cubicBezTo>
                    <a:pt x="977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394" y="5927"/>
                  </a:lnTo>
                  <a:lnTo>
                    <a:pt x="4394" y="2197"/>
                  </a:lnTo>
                  <a:cubicBezTo>
                    <a:pt x="4394" y="977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3499500" y="1156400"/>
              <a:ext cx="109825" cy="148200"/>
            </a:xfrm>
            <a:custGeom>
              <a:rect b="b" l="l" r="r" t="t"/>
              <a:pathLst>
                <a:path extrusionOk="0" h="5928" w="4393">
                  <a:moveTo>
                    <a:pt x="2197" y="1"/>
                  </a:moveTo>
                  <a:cubicBezTo>
                    <a:pt x="994" y="1"/>
                    <a:pt x="0" y="994"/>
                    <a:pt x="0" y="2197"/>
                  </a:cubicBezTo>
                  <a:lnTo>
                    <a:pt x="0" y="5927"/>
                  </a:lnTo>
                  <a:lnTo>
                    <a:pt x="4393" y="5927"/>
                  </a:lnTo>
                  <a:lnTo>
                    <a:pt x="4393" y="2197"/>
                  </a:lnTo>
                  <a:cubicBezTo>
                    <a:pt x="4393" y="994"/>
                    <a:pt x="3417" y="1"/>
                    <a:pt x="2197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3646350" y="1156400"/>
              <a:ext cx="110275" cy="148200"/>
            </a:xfrm>
            <a:custGeom>
              <a:rect b="b" l="l" r="r" t="t"/>
              <a:pathLst>
                <a:path extrusionOk="0" h="5928" w="4411">
                  <a:moveTo>
                    <a:pt x="2214" y="1"/>
                  </a:moveTo>
                  <a:cubicBezTo>
                    <a:pt x="994" y="1"/>
                    <a:pt x="1" y="994"/>
                    <a:pt x="1" y="2197"/>
                  </a:cubicBezTo>
                  <a:lnTo>
                    <a:pt x="1" y="5927"/>
                  </a:lnTo>
                  <a:lnTo>
                    <a:pt x="4411" y="5927"/>
                  </a:lnTo>
                  <a:lnTo>
                    <a:pt x="4411" y="2197"/>
                  </a:lnTo>
                  <a:cubicBezTo>
                    <a:pt x="4411" y="994"/>
                    <a:pt x="3417" y="1"/>
                    <a:pt x="2214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3813700" y="459175"/>
              <a:ext cx="231850" cy="1423700"/>
            </a:xfrm>
            <a:custGeom>
              <a:rect b="b" l="l" r="r" t="t"/>
              <a:pathLst>
                <a:path extrusionOk="0" h="56948" w="9274">
                  <a:moveTo>
                    <a:pt x="0" y="0"/>
                  </a:moveTo>
                  <a:lnTo>
                    <a:pt x="0" y="56948"/>
                  </a:lnTo>
                  <a:lnTo>
                    <a:pt x="9274" y="56948"/>
                  </a:lnTo>
                  <a:lnTo>
                    <a:pt x="927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5172958" y="2730008"/>
            <a:ext cx="891924" cy="1726789"/>
            <a:chOff x="2607875" y="643925"/>
            <a:chExt cx="654575" cy="1267275"/>
          </a:xfrm>
        </p:grpSpPr>
        <p:sp>
          <p:nvSpPr>
            <p:cNvPr id="116" name="Google Shape;116;p14"/>
            <p:cNvSpPr/>
            <p:nvPr/>
          </p:nvSpPr>
          <p:spPr>
            <a:xfrm>
              <a:off x="2607875" y="643925"/>
              <a:ext cx="654575" cy="1267275"/>
            </a:xfrm>
            <a:custGeom>
              <a:rect b="b" l="l" r="r" t="t"/>
              <a:pathLst>
                <a:path extrusionOk="0" h="50691" w="26183">
                  <a:moveTo>
                    <a:pt x="1" y="1"/>
                  </a:moveTo>
                  <a:lnTo>
                    <a:pt x="1" y="50691"/>
                  </a:lnTo>
                  <a:lnTo>
                    <a:pt x="26183" y="50691"/>
                  </a:lnTo>
                  <a:lnTo>
                    <a:pt x="26183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2667150" y="718450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276520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2863250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2960875" y="7184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2667150" y="1012175"/>
              <a:ext cx="51875" cy="210500"/>
            </a:xfrm>
            <a:custGeom>
              <a:rect b="b" l="l" r="r" t="t"/>
              <a:pathLst>
                <a:path extrusionOk="0" h="8420" w="2075">
                  <a:moveTo>
                    <a:pt x="1" y="0"/>
                  </a:moveTo>
                  <a:lnTo>
                    <a:pt x="1" y="8419"/>
                  </a:lnTo>
                  <a:lnTo>
                    <a:pt x="2075" y="8419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276520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2863250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19"/>
                  </a:lnTo>
                  <a:lnTo>
                    <a:pt x="2058" y="8419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2960875" y="10121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19"/>
                  </a:lnTo>
                  <a:lnTo>
                    <a:pt x="2057" y="8419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2667150" y="1294125"/>
              <a:ext cx="51875" cy="210050"/>
            </a:xfrm>
            <a:custGeom>
              <a:rect b="b" l="l" r="r" t="t"/>
              <a:pathLst>
                <a:path extrusionOk="0" h="8402" w="2075">
                  <a:moveTo>
                    <a:pt x="1" y="0"/>
                  </a:moveTo>
                  <a:lnTo>
                    <a:pt x="1" y="8402"/>
                  </a:lnTo>
                  <a:lnTo>
                    <a:pt x="2075" y="840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276520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2863250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1" y="0"/>
                  </a:moveTo>
                  <a:lnTo>
                    <a:pt x="1" y="8402"/>
                  </a:lnTo>
                  <a:lnTo>
                    <a:pt x="2058" y="8402"/>
                  </a:lnTo>
                  <a:lnTo>
                    <a:pt x="2058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2960875" y="1294125"/>
              <a:ext cx="51450" cy="210050"/>
            </a:xfrm>
            <a:custGeom>
              <a:rect b="b" l="l" r="r" t="t"/>
              <a:pathLst>
                <a:path extrusionOk="0" h="8402" w="2058">
                  <a:moveTo>
                    <a:pt x="0" y="0"/>
                  </a:moveTo>
                  <a:lnTo>
                    <a:pt x="0" y="8402"/>
                  </a:lnTo>
                  <a:lnTo>
                    <a:pt x="2057" y="8402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2667150" y="1568650"/>
              <a:ext cx="51875" cy="210525"/>
            </a:xfrm>
            <a:custGeom>
              <a:rect b="b" l="l" r="r" t="t"/>
              <a:pathLst>
                <a:path extrusionOk="0" h="8421" w="2075">
                  <a:moveTo>
                    <a:pt x="1" y="1"/>
                  </a:moveTo>
                  <a:lnTo>
                    <a:pt x="1" y="8420"/>
                  </a:lnTo>
                  <a:lnTo>
                    <a:pt x="2075" y="8420"/>
                  </a:lnTo>
                  <a:lnTo>
                    <a:pt x="2075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276520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2863250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8" y="8420"/>
                  </a:lnTo>
                  <a:lnTo>
                    <a:pt x="2058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2960875" y="1568650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3099450" y="643925"/>
              <a:ext cx="163000" cy="1267275"/>
            </a:xfrm>
            <a:custGeom>
              <a:rect b="b" l="l" r="r" t="t"/>
              <a:pathLst>
                <a:path extrusionOk="0" h="50691" w="6520">
                  <a:moveTo>
                    <a:pt x="0" y="1"/>
                  </a:moveTo>
                  <a:lnTo>
                    <a:pt x="0" y="50691"/>
                  </a:lnTo>
                  <a:lnTo>
                    <a:pt x="6520" y="50691"/>
                  </a:lnTo>
                  <a:lnTo>
                    <a:pt x="6520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>
            <a:off x="8195375" y="1969419"/>
            <a:ext cx="891345" cy="1727368"/>
            <a:chOff x="4826000" y="484000"/>
            <a:chExt cx="654150" cy="1267700"/>
          </a:xfrm>
        </p:grpSpPr>
        <p:sp>
          <p:nvSpPr>
            <p:cNvPr id="135" name="Google Shape;135;p14"/>
            <p:cNvSpPr/>
            <p:nvPr/>
          </p:nvSpPr>
          <p:spPr>
            <a:xfrm>
              <a:off x="4826000" y="484000"/>
              <a:ext cx="654150" cy="1267700"/>
            </a:xfrm>
            <a:custGeom>
              <a:rect b="b" l="l" r="r" t="t"/>
              <a:pathLst>
                <a:path extrusionOk="0" h="50708" w="26166">
                  <a:moveTo>
                    <a:pt x="1" y="1"/>
                  </a:moveTo>
                  <a:lnTo>
                    <a:pt x="1" y="50708"/>
                  </a:lnTo>
                  <a:lnTo>
                    <a:pt x="26165" y="50708"/>
                  </a:lnTo>
                  <a:lnTo>
                    <a:pt x="26165" y="1"/>
                  </a:lnTo>
                  <a:close/>
                </a:path>
              </a:pathLst>
            </a:custGeom>
            <a:solidFill>
              <a:srgbClr val="87C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4885275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9829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508095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5179000" y="558950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4885275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1" y="0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49829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508095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5179000" y="852675"/>
              <a:ext cx="51450" cy="210500"/>
            </a:xfrm>
            <a:custGeom>
              <a:rect b="b" l="l" r="r" t="t"/>
              <a:pathLst>
                <a:path extrusionOk="0" h="8420" w="2058">
                  <a:moveTo>
                    <a:pt x="0" y="0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4885275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1" y="1"/>
                  </a:moveTo>
                  <a:lnTo>
                    <a:pt x="1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49829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508095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5179000" y="1134175"/>
              <a:ext cx="51450" cy="210525"/>
            </a:xfrm>
            <a:custGeom>
              <a:rect b="b" l="l" r="r" t="t"/>
              <a:pathLst>
                <a:path extrusionOk="0" h="8421" w="2058">
                  <a:moveTo>
                    <a:pt x="0" y="1"/>
                  </a:moveTo>
                  <a:lnTo>
                    <a:pt x="0" y="8420"/>
                  </a:lnTo>
                  <a:lnTo>
                    <a:pt x="2057" y="8420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885275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1" y="1"/>
                  </a:moveTo>
                  <a:lnTo>
                    <a:pt x="1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49829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508095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5179000" y="1409150"/>
              <a:ext cx="51450" cy="210075"/>
            </a:xfrm>
            <a:custGeom>
              <a:rect b="b" l="l" r="r" t="t"/>
              <a:pathLst>
                <a:path extrusionOk="0" h="8403" w="2058">
                  <a:moveTo>
                    <a:pt x="0" y="1"/>
                  </a:moveTo>
                  <a:lnTo>
                    <a:pt x="0" y="8403"/>
                  </a:lnTo>
                  <a:lnTo>
                    <a:pt x="2057" y="8403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5317575" y="484000"/>
              <a:ext cx="162575" cy="1267700"/>
            </a:xfrm>
            <a:custGeom>
              <a:rect b="b" l="l" r="r" t="t"/>
              <a:pathLst>
                <a:path extrusionOk="0" h="50708" w="6503">
                  <a:moveTo>
                    <a:pt x="0" y="1"/>
                  </a:moveTo>
                  <a:lnTo>
                    <a:pt x="0" y="50708"/>
                  </a:lnTo>
                  <a:lnTo>
                    <a:pt x="6502" y="50708"/>
                  </a:lnTo>
                  <a:lnTo>
                    <a:pt x="6502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>
            <a:off x="6157382" y="2265586"/>
            <a:ext cx="1184079" cy="2130184"/>
            <a:chOff x="5195125" y="2889950"/>
            <a:chExt cx="787025" cy="1415875"/>
          </a:xfrm>
        </p:grpSpPr>
        <p:sp>
          <p:nvSpPr>
            <p:cNvPr id="154" name="Google Shape;154;p14"/>
            <p:cNvSpPr/>
            <p:nvPr/>
          </p:nvSpPr>
          <p:spPr>
            <a:xfrm>
              <a:off x="5291425" y="3540550"/>
              <a:ext cx="25" cy="692925"/>
            </a:xfrm>
            <a:custGeom>
              <a:rect b="b" l="l" r="r" t="t"/>
              <a:pathLst>
                <a:path extrusionOk="0" fill="none" h="27717" w="1">
                  <a:moveTo>
                    <a:pt x="0" y="1"/>
                  </a:moveTo>
                  <a:lnTo>
                    <a:pt x="0" y="2771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5345900" y="3298700"/>
              <a:ext cx="25" cy="934775"/>
            </a:xfrm>
            <a:custGeom>
              <a:rect b="b" l="l" r="r" t="t"/>
              <a:pathLst>
                <a:path extrusionOk="0" fill="none" h="37391" w="1">
                  <a:moveTo>
                    <a:pt x="0" y="1"/>
                  </a:moveTo>
                  <a:lnTo>
                    <a:pt x="0" y="3739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5238250" y="3536200"/>
              <a:ext cx="25" cy="755675"/>
            </a:xfrm>
            <a:custGeom>
              <a:rect b="b" l="l" r="r" t="t"/>
              <a:pathLst>
                <a:path extrusionOk="0" fill="none" h="30227" w="1">
                  <a:moveTo>
                    <a:pt x="1" y="1"/>
                  </a:moveTo>
                  <a:lnTo>
                    <a:pt x="1" y="30226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54339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5504075" y="2970550"/>
              <a:ext cx="25" cy="1335275"/>
            </a:xfrm>
            <a:custGeom>
              <a:rect b="b" l="l" r="r" t="t"/>
              <a:pathLst>
                <a:path extrusionOk="0" fill="none" h="53411" w="1">
                  <a:moveTo>
                    <a:pt x="1" y="1"/>
                  </a:moveTo>
                  <a:lnTo>
                    <a:pt x="1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557425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5643975" y="293700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1"/>
                  </a:moveTo>
                  <a:lnTo>
                    <a:pt x="0" y="5341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5714125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1" y="0"/>
                  </a:moveTo>
                  <a:lnTo>
                    <a:pt x="1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5784300" y="2889950"/>
              <a:ext cx="25" cy="1335250"/>
            </a:xfrm>
            <a:custGeom>
              <a:rect b="b" l="l" r="r" t="t"/>
              <a:pathLst>
                <a:path extrusionOk="0" fill="none" h="53410" w="1">
                  <a:moveTo>
                    <a:pt x="0" y="0"/>
                  </a:moveTo>
                  <a:lnTo>
                    <a:pt x="0" y="53409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5827425" y="3031575"/>
              <a:ext cx="25" cy="1210175"/>
            </a:xfrm>
            <a:custGeom>
              <a:rect b="b" l="l" r="r" t="t"/>
              <a:pathLst>
                <a:path extrusionOk="0" fill="none" h="48407" w="1">
                  <a:moveTo>
                    <a:pt x="1" y="0"/>
                  </a:moveTo>
                  <a:lnTo>
                    <a:pt x="1" y="4840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897600" y="3273425"/>
              <a:ext cx="25" cy="970950"/>
            </a:xfrm>
            <a:custGeom>
              <a:rect b="b" l="l" r="r" t="t"/>
              <a:pathLst>
                <a:path extrusionOk="0" fill="none" h="38838" w="1">
                  <a:moveTo>
                    <a:pt x="0" y="1"/>
                  </a:moveTo>
                  <a:lnTo>
                    <a:pt x="0" y="38837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5407350" y="3131800"/>
              <a:ext cx="466300" cy="25"/>
            </a:xfrm>
            <a:custGeom>
              <a:rect b="b" l="l" r="r" t="t"/>
              <a:pathLst>
                <a:path extrusionOk="0" fill="none" h="1" w="18652">
                  <a:moveTo>
                    <a:pt x="0" y="0"/>
                  </a:moveTo>
                  <a:lnTo>
                    <a:pt x="18652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332825" y="32010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332825" y="32512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5332825" y="330437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5332825" y="340415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1"/>
                  </a:moveTo>
                  <a:lnTo>
                    <a:pt x="25973" y="1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5332825" y="3504400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5332825" y="3604625"/>
              <a:ext cx="649325" cy="25"/>
            </a:xfrm>
            <a:custGeom>
              <a:rect b="b" l="l" r="r" t="t"/>
              <a:pathLst>
                <a:path extrusionOk="0" fill="none" h="1" w="25973">
                  <a:moveTo>
                    <a:pt x="0" y="0"/>
                  </a:moveTo>
                  <a:lnTo>
                    <a:pt x="25973" y="0"/>
                  </a:lnTo>
                </a:path>
              </a:pathLst>
            </a:custGeom>
            <a:noFill/>
            <a:ln cap="flat" cmpd="sng" w="522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5195125" y="36046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5195125" y="37048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5195125" y="37911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5195125" y="38774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0"/>
                  </a:moveTo>
                  <a:lnTo>
                    <a:pt x="31481" y="0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5195125" y="396370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5195125" y="4049550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5195125" y="4135825"/>
              <a:ext cx="787025" cy="25"/>
            </a:xfrm>
            <a:custGeom>
              <a:rect b="b" l="l" r="r" t="t"/>
              <a:pathLst>
                <a:path extrusionOk="0" fill="none" h="1" w="31481">
                  <a:moveTo>
                    <a:pt x="0" y="1"/>
                  </a:moveTo>
                  <a:lnTo>
                    <a:pt x="31481" y="1"/>
                  </a:lnTo>
                </a:path>
              </a:pathLst>
            </a:custGeom>
            <a:noFill/>
            <a:ln cap="flat" cmpd="sng" w="5675">
              <a:solidFill>
                <a:schemeClr val="accent3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14"/>
          <p:cNvGrpSpPr/>
          <p:nvPr/>
        </p:nvGrpSpPr>
        <p:grpSpPr>
          <a:xfrm>
            <a:off x="7341438" y="1489938"/>
            <a:ext cx="1782332" cy="2212156"/>
            <a:chOff x="5932450" y="2691225"/>
            <a:chExt cx="1445525" cy="1794125"/>
          </a:xfrm>
        </p:grpSpPr>
        <p:sp>
          <p:nvSpPr>
            <p:cNvPr id="187" name="Google Shape;187;p14"/>
            <p:cNvSpPr/>
            <p:nvPr/>
          </p:nvSpPr>
          <p:spPr>
            <a:xfrm>
              <a:off x="6817975" y="3120900"/>
              <a:ext cx="0" cy="1364450"/>
            </a:xfrm>
            <a:custGeom>
              <a:rect b="b" l="l" r="r" t="t"/>
              <a:pathLst>
                <a:path extrusionOk="0" fill="none" h="54578" w="0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6775700" y="3120900"/>
              <a:ext cx="25" cy="1364450"/>
            </a:xfrm>
            <a:custGeom>
              <a:rect b="b" l="l" r="r" t="t"/>
              <a:pathLst>
                <a:path extrusionOk="0" fill="none" h="54578" w="1">
                  <a:moveTo>
                    <a:pt x="0" y="1"/>
                  </a:moveTo>
                  <a:lnTo>
                    <a:pt x="0" y="54578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6776125" y="3153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776125" y="32093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70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6776125" y="32655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76125" y="3321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6776125" y="33771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776125" y="34333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776125" y="34891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776125" y="35449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6776125" y="36011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80"/>
                  </a:lnTo>
                  <a:lnTo>
                    <a:pt x="1674" y="2180"/>
                  </a:lnTo>
                  <a:lnTo>
                    <a:pt x="1" y="1"/>
                  </a:lnTo>
                  <a:lnTo>
                    <a:pt x="1674" y="1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6776125" y="36569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6776125" y="37127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6776125" y="3768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6776125" y="382470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6776125" y="388047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6776125" y="3936250"/>
              <a:ext cx="41850" cy="54925"/>
            </a:xfrm>
            <a:custGeom>
              <a:rect b="b" l="l" r="r" t="t"/>
              <a:pathLst>
                <a:path extrusionOk="0" fill="none" h="2197" w="1674">
                  <a:moveTo>
                    <a:pt x="1569" y="70"/>
                  </a:moveTo>
                  <a:lnTo>
                    <a:pt x="1" y="2197"/>
                  </a:lnTo>
                  <a:lnTo>
                    <a:pt x="1674" y="2197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6776125" y="399247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6776125" y="404825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6776125" y="4104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6776125" y="4160250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776125" y="4216025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6776125" y="4271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6776125" y="4328025"/>
              <a:ext cx="41850" cy="54475"/>
            </a:xfrm>
            <a:custGeom>
              <a:rect b="b" l="l" r="r" t="t"/>
              <a:pathLst>
                <a:path extrusionOk="0" fill="none" h="2179" w="1674">
                  <a:moveTo>
                    <a:pt x="1569" y="52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6776125" y="4383800"/>
              <a:ext cx="41850" cy="54500"/>
            </a:xfrm>
            <a:custGeom>
              <a:rect b="b" l="l" r="r" t="t"/>
              <a:pathLst>
                <a:path extrusionOk="0" fill="none" h="2180" w="1674">
                  <a:moveTo>
                    <a:pt x="1569" y="53"/>
                  </a:moveTo>
                  <a:lnTo>
                    <a:pt x="1" y="2179"/>
                  </a:lnTo>
                  <a:lnTo>
                    <a:pt x="1674" y="2179"/>
                  </a:lnTo>
                  <a:lnTo>
                    <a:pt x="1" y="0"/>
                  </a:lnTo>
                  <a:lnTo>
                    <a:pt x="1674" y="0"/>
                  </a:lnTo>
                </a:path>
              </a:pathLst>
            </a:custGeom>
            <a:noFill/>
            <a:ln cap="rnd" cmpd="sng" w="21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6722100" y="2980150"/>
              <a:ext cx="118550" cy="144700"/>
            </a:xfrm>
            <a:custGeom>
              <a:rect b="b" l="l" r="r" t="t"/>
              <a:pathLst>
                <a:path extrusionOk="0" h="5788" w="4742">
                  <a:moveTo>
                    <a:pt x="0" y="0"/>
                  </a:moveTo>
                  <a:lnTo>
                    <a:pt x="0" y="5788"/>
                  </a:lnTo>
                  <a:lnTo>
                    <a:pt x="4741" y="5788"/>
                  </a:lnTo>
                  <a:lnTo>
                    <a:pt x="4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6227050" y="2692975"/>
              <a:ext cx="686375" cy="264100"/>
            </a:xfrm>
            <a:custGeom>
              <a:rect b="b" l="l" r="r" t="t"/>
              <a:pathLst>
                <a:path extrusionOk="0" fill="none" h="10564" w="27455">
                  <a:moveTo>
                    <a:pt x="27454" y="0"/>
                  </a:moveTo>
                  <a:lnTo>
                    <a:pt x="0" y="10564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6454525" y="2692975"/>
              <a:ext cx="460200" cy="237525"/>
            </a:xfrm>
            <a:custGeom>
              <a:rect b="b" l="l" r="r" t="t"/>
              <a:pathLst>
                <a:path extrusionOk="0" fill="none" h="9501" w="18408">
                  <a:moveTo>
                    <a:pt x="18408" y="0"/>
                  </a:moveTo>
                  <a:lnTo>
                    <a:pt x="1691" y="9500"/>
                  </a:lnTo>
                  <a:lnTo>
                    <a:pt x="0" y="7060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6912525" y="2691225"/>
              <a:ext cx="160400" cy="232300"/>
            </a:xfrm>
            <a:custGeom>
              <a:rect b="b" l="l" r="r" t="t"/>
              <a:pathLst>
                <a:path extrusionOk="0" fill="none" h="9292" w="6416">
                  <a:moveTo>
                    <a:pt x="1" y="1"/>
                  </a:moveTo>
                  <a:lnTo>
                    <a:pt x="6415" y="9291"/>
                  </a:lnTo>
                </a:path>
              </a:pathLst>
            </a:custGeom>
            <a:noFill/>
            <a:ln cap="flat" cmpd="sng" w="2625">
              <a:solidFill>
                <a:schemeClr val="lt1"/>
              </a:solidFill>
              <a:prstDash val="solid"/>
              <a:miter lim="1743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5932450" y="2897775"/>
              <a:ext cx="1445525" cy="86325"/>
            </a:xfrm>
            <a:custGeom>
              <a:rect b="b" l="l" r="r" t="t"/>
              <a:pathLst>
                <a:path extrusionOk="0" h="3453" w="57821">
                  <a:moveTo>
                    <a:pt x="39796" y="175"/>
                  </a:moveTo>
                  <a:lnTo>
                    <a:pt x="44119" y="977"/>
                  </a:lnTo>
                  <a:lnTo>
                    <a:pt x="44241" y="994"/>
                  </a:lnTo>
                  <a:lnTo>
                    <a:pt x="48059" y="1709"/>
                  </a:lnTo>
                  <a:lnTo>
                    <a:pt x="48163" y="1727"/>
                  </a:lnTo>
                  <a:lnTo>
                    <a:pt x="51998" y="2441"/>
                  </a:lnTo>
                  <a:lnTo>
                    <a:pt x="52103" y="2459"/>
                  </a:lnTo>
                  <a:lnTo>
                    <a:pt x="57193" y="3348"/>
                  </a:lnTo>
                  <a:lnTo>
                    <a:pt x="1343" y="3348"/>
                  </a:lnTo>
                  <a:lnTo>
                    <a:pt x="7374" y="2825"/>
                  </a:lnTo>
                  <a:lnTo>
                    <a:pt x="7496" y="2825"/>
                  </a:lnTo>
                  <a:lnTo>
                    <a:pt x="11767" y="2476"/>
                  </a:lnTo>
                  <a:lnTo>
                    <a:pt x="11871" y="2476"/>
                  </a:lnTo>
                  <a:lnTo>
                    <a:pt x="15619" y="2162"/>
                  </a:lnTo>
                  <a:lnTo>
                    <a:pt x="15724" y="2162"/>
                  </a:lnTo>
                  <a:lnTo>
                    <a:pt x="19576" y="1831"/>
                  </a:lnTo>
                  <a:lnTo>
                    <a:pt x="19698" y="1831"/>
                  </a:lnTo>
                  <a:lnTo>
                    <a:pt x="23620" y="1500"/>
                  </a:lnTo>
                  <a:lnTo>
                    <a:pt x="23725" y="1500"/>
                  </a:lnTo>
                  <a:lnTo>
                    <a:pt x="27368" y="1186"/>
                  </a:lnTo>
                  <a:lnTo>
                    <a:pt x="27472" y="1186"/>
                  </a:lnTo>
                  <a:lnTo>
                    <a:pt x="31377" y="855"/>
                  </a:lnTo>
                  <a:lnTo>
                    <a:pt x="31482" y="855"/>
                  </a:lnTo>
                  <a:lnTo>
                    <a:pt x="35386" y="524"/>
                  </a:lnTo>
                  <a:lnTo>
                    <a:pt x="35491" y="524"/>
                  </a:lnTo>
                  <a:lnTo>
                    <a:pt x="39692" y="175"/>
                  </a:lnTo>
                  <a:close/>
                  <a:moveTo>
                    <a:pt x="39692" y="1"/>
                  </a:moveTo>
                  <a:lnTo>
                    <a:pt x="35491" y="350"/>
                  </a:lnTo>
                  <a:lnTo>
                    <a:pt x="35386" y="350"/>
                  </a:lnTo>
                  <a:lnTo>
                    <a:pt x="31499" y="681"/>
                  </a:lnTo>
                  <a:lnTo>
                    <a:pt x="31377" y="698"/>
                  </a:lnTo>
                  <a:lnTo>
                    <a:pt x="27490" y="1012"/>
                  </a:lnTo>
                  <a:lnTo>
                    <a:pt x="27385" y="1012"/>
                  </a:lnTo>
                  <a:lnTo>
                    <a:pt x="11837" y="2319"/>
                  </a:lnTo>
                  <a:lnTo>
                    <a:pt x="11767" y="2319"/>
                  </a:lnTo>
                  <a:lnTo>
                    <a:pt x="7461" y="2685"/>
                  </a:lnTo>
                  <a:lnTo>
                    <a:pt x="7392" y="2685"/>
                  </a:lnTo>
                  <a:lnTo>
                    <a:pt x="53" y="3348"/>
                  </a:lnTo>
                  <a:cubicBezTo>
                    <a:pt x="36" y="3348"/>
                    <a:pt x="1" y="3365"/>
                    <a:pt x="1" y="3400"/>
                  </a:cubicBezTo>
                  <a:cubicBezTo>
                    <a:pt x="1" y="3417"/>
                    <a:pt x="36" y="3452"/>
                    <a:pt x="53" y="3452"/>
                  </a:cubicBezTo>
                  <a:lnTo>
                    <a:pt x="57768" y="3452"/>
                  </a:lnTo>
                  <a:cubicBezTo>
                    <a:pt x="57803" y="3452"/>
                    <a:pt x="57820" y="3417"/>
                    <a:pt x="57820" y="3400"/>
                  </a:cubicBezTo>
                  <a:cubicBezTo>
                    <a:pt x="57820" y="3365"/>
                    <a:pt x="57803" y="3348"/>
                    <a:pt x="57785" y="3348"/>
                  </a:cubicBezTo>
                  <a:lnTo>
                    <a:pt x="52120" y="2284"/>
                  </a:lnTo>
                  <a:lnTo>
                    <a:pt x="51998" y="2267"/>
                  </a:lnTo>
                  <a:lnTo>
                    <a:pt x="48181" y="1552"/>
                  </a:lnTo>
                  <a:lnTo>
                    <a:pt x="48076" y="1535"/>
                  </a:lnTo>
                  <a:lnTo>
                    <a:pt x="44259" y="820"/>
                  </a:lnTo>
                  <a:lnTo>
                    <a:pt x="44137" y="803"/>
                  </a:lnTo>
                  <a:lnTo>
                    <a:pt x="398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6117225" y="2965325"/>
              <a:ext cx="2650" cy="18325"/>
            </a:xfrm>
            <a:custGeom>
              <a:rect b="b" l="l" r="r" t="t"/>
              <a:pathLst>
                <a:path extrusionOk="0" h="733" w="106">
                  <a:moveTo>
                    <a:pt x="53" y="1"/>
                  </a:moveTo>
                  <a:cubicBezTo>
                    <a:pt x="27" y="1"/>
                    <a:pt x="1" y="18"/>
                    <a:pt x="1" y="53"/>
                  </a:cubicBezTo>
                  <a:lnTo>
                    <a:pt x="1" y="663"/>
                  </a:lnTo>
                  <a:cubicBezTo>
                    <a:pt x="1" y="698"/>
                    <a:pt x="18" y="733"/>
                    <a:pt x="53" y="733"/>
                  </a:cubicBezTo>
                  <a:cubicBezTo>
                    <a:pt x="88" y="733"/>
                    <a:pt x="105" y="698"/>
                    <a:pt x="105" y="663"/>
                  </a:cubicBezTo>
                  <a:lnTo>
                    <a:pt x="105" y="53"/>
                  </a:lnTo>
                  <a:cubicBezTo>
                    <a:pt x="105" y="18"/>
                    <a:pt x="79" y="1"/>
                    <a:pt x="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6226400" y="2956175"/>
              <a:ext cx="3075" cy="26600"/>
            </a:xfrm>
            <a:custGeom>
              <a:rect b="b" l="l" r="r" t="t"/>
              <a:pathLst>
                <a:path extrusionOk="0" h="1064" w="123">
                  <a:moveTo>
                    <a:pt x="61" y="1"/>
                  </a:moveTo>
                  <a:cubicBezTo>
                    <a:pt x="31" y="1"/>
                    <a:pt x="0" y="18"/>
                    <a:pt x="9" y="53"/>
                  </a:cubicBezTo>
                  <a:lnTo>
                    <a:pt x="9" y="1012"/>
                  </a:lnTo>
                  <a:cubicBezTo>
                    <a:pt x="9" y="1047"/>
                    <a:pt x="26" y="1064"/>
                    <a:pt x="61" y="1064"/>
                  </a:cubicBezTo>
                  <a:cubicBezTo>
                    <a:pt x="96" y="1064"/>
                    <a:pt x="113" y="1047"/>
                    <a:pt x="113" y="1012"/>
                  </a:cubicBezTo>
                  <a:lnTo>
                    <a:pt x="113" y="53"/>
                  </a:lnTo>
                  <a:cubicBezTo>
                    <a:pt x="122" y="18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6322925" y="2948775"/>
              <a:ext cx="2625" cy="34000"/>
            </a:xfrm>
            <a:custGeom>
              <a:rect b="b" l="l" r="r" t="t"/>
              <a:pathLst>
                <a:path extrusionOk="0" h="1360" w="105">
                  <a:moveTo>
                    <a:pt x="52" y="0"/>
                  </a:moveTo>
                  <a:cubicBezTo>
                    <a:pt x="35" y="0"/>
                    <a:pt x="0" y="18"/>
                    <a:pt x="0" y="53"/>
                  </a:cubicBezTo>
                  <a:lnTo>
                    <a:pt x="0" y="1308"/>
                  </a:lnTo>
                  <a:cubicBezTo>
                    <a:pt x="0" y="1343"/>
                    <a:pt x="35" y="1360"/>
                    <a:pt x="52" y="1360"/>
                  </a:cubicBezTo>
                  <a:cubicBezTo>
                    <a:pt x="87" y="1360"/>
                    <a:pt x="105" y="1343"/>
                    <a:pt x="105" y="1308"/>
                  </a:cubicBezTo>
                  <a:lnTo>
                    <a:pt x="105" y="53"/>
                  </a:lnTo>
                  <a:cubicBezTo>
                    <a:pt x="105" y="18"/>
                    <a:pt x="87" y="0"/>
                    <a:pt x="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6422275" y="2940500"/>
              <a:ext cx="2650" cy="42275"/>
            </a:xfrm>
            <a:custGeom>
              <a:rect b="b" l="l" r="r" t="t"/>
              <a:pathLst>
                <a:path extrusionOk="0" h="1691" w="106">
                  <a:moveTo>
                    <a:pt x="53" y="0"/>
                  </a:moveTo>
                  <a:cubicBezTo>
                    <a:pt x="27" y="0"/>
                    <a:pt x="0" y="18"/>
                    <a:pt x="0" y="52"/>
                  </a:cubicBezTo>
                  <a:lnTo>
                    <a:pt x="0" y="1639"/>
                  </a:lnTo>
                  <a:cubicBezTo>
                    <a:pt x="0" y="1674"/>
                    <a:pt x="18" y="1691"/>
                    <a:pt x="53" y="1691"/>
                  </a:cubicBezTo>
                  <a:cubicBezTo>
                    <a:pt x="88" y="1691"/>
                    <a:pt x="105" y="1674"/>
                    <a:pt x="105" y="1639"/>
                  </a:cubicBezTo>
                  <a:lnTo>
                    <a:pt x="105" y="52"/>
                  </a:lnTo>
                  <a:cubicBezTo>
                    <a:pt x="105" y="18"/>
                    <a:pt x="79" y="0"/>
                    <a:pt x="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6523150" y="2932200"/>
              <a:ext cx="3075" cy="50575"/>
            </a:xfrm>
            <a:custGeom>
              <a:rect b="b" l="l" r="r" t="t"/>
              <a:pathLst>
                <a:path extrusionOk="0" h="2023" w="123">
                  <a:moveTo>
                    <a:pt x="62" y="1"/>
                  </a:moveTo>
                  <a:cubicBezTo>
                    <a:pt x="31" y="1"/>
                    <a:pt x="1" y="18"/>
                    <a:pt x="10" y="53"/>
                  </a:cubicBezTo>
                  <a:lnTo>
                    <a:pt x="10" y="1971"/>
                  </a:lnTo>
                  <a:cubicBezTo>
                    <a:pt x="10" y="2006"/>
                    <a:pt x="27" y="2023"/>
                    <a:pt x="62" y="2023"/>
                  </a:cubicBezTo>
                  <a:cubicBezTo>
                    <a:pt x="79" y="2023"/>
                    <a:pt x="114" y="2006"/>
                    <a:pt x="114" y="1971"/>
                  </a:cubicBezTo>
                  <a:lnTo>
                    <a:pt x="114" y="53"/>
                  </a:lnTo>
                  <a:cubicBezTo>
                    <a:pt x="123" y="18"/>
                    <a:pt x="92" y="1"/>
                    <a:pt x="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6617075" y="2923500"/>
              <a:ext cx="2625" cy="59275"/>
            </a:xfrm>
            <a:custGeom>
              <a:rect b="b" l="l" r="r" t="t"/>
              <a:pathLst>
                <a:path extrusionOk="0" h="2371" w="105">
                  <a:moveTo>
                    <a:pt x="105" y="0"/>
                  </a:moveTo>
                  <a:lnTo>
                    <a:pt x="0" y="18"/>
                  </a:lnTo>
                  <a:lnTo>
                    <a:pt x="0" y="2319"/>
                  </a:lnTo>
                  <a:cubicBezTo>
                    <a:pt x="9" y="2354"/>
                    <a:pt x="35" y="2371"/>
                    <a:pt x="59" y="2371"/>
                  </a:cubicBezTo>
                  <a:cubicBezTo>
                    <a:pt x="83" y="2371"/>
                    <a:pt x="105" y="2354"/>
                    <a:pt x="105" y="2319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6717300" y="2915225"/>
              <a:ext cx="2625" cy="67900"/>
            </a:xfrm>
            <a:custGeom>
              <a:rect b="b" l="l" r="r" t="t"/>
              <a:pathLst>
                <a:path extrusionOk="0" h="2716" w="105">
                  <a:moveTo>
                    <a:pt x="105" y="0"/>
                  </a:moveTo>
                  <a:lnTo>
                    <a:pt x="0" y="18"/>
                  </a:lnTo>
                  <a:lnTo>
                    <a:pt x="0" y="2650"/>
                  </a:lnTo>
                  <a:cubicBezTo>
                    <a:pt x="0" y="2693"/>
                    <a:pt x="27" y="2715"/>
                    <a:pt x="53" y="2715"/>
                  </a:cubicBezTo>
                  <a:cubicBezTo>
                    <a:pt x="79" y="2715"/>
                    <a:pt x="105" y="2693"/>
                    <a:pt x="105" y="2650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6817525" y="2906925"/>
              <a:ext cx="2650" cy="75850"/>
            </a:xfrm>
            <a:custGeom>
              <a:rect b="b" l="l" r="r" t="t"/>
              <a:pathLst>
                <a:path extrusionOk="0" h="3034" w="106">
                  <a:moveTo>
                    <a:pt x="1" y="1"/>
                  </a:moveTo>
                  <a:lnTo>
                    <a:pt x="1" y="2982"/>
                  </a:lnTo>
                  <a:cubicBezTo>
                    <a:pt x="1" y="3017"/>
                    <a:pt x="18" y="3034"/>
                    <a:pt x="53" y="3034"/>
                  </a:cubicBezTo>
                  <a:cubicBezTo>
                    <a:pt x="70" y="3034"/>
                    <a:pt x="105" y="3017"/>
                    <a:pt x="105" y="2982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7036300" y="2917825"/>
              <a:ext cx="2625" cy="64950"/>
            </a:xfrm>
            <a:custGeom>
              <a:rect b="b" l="l" r="r" t="t"/>
              <a:pathLst>
                <a:path extrusionOk="0" h="2598" w="105">
                  <a:moveTo>
                    <a:pt x="0" y="1"/>
                  </a:moveTo>
                  <a:lnTo>
                    <a:pt x="0" y="2546"/>
                  </a:lnTo>
                  <a:cubicBezTo>
                    <a:pt x="0" y="2581"/>
                    <a:pt x="17" y="2598"/>
                    <a:pt x="52" y="2598"/>
                  </a:cubicBezTo>
                  <a:cubicBezTo>
                    <a:pt x="87" y="2598"/>
                    <a:pt x="105" y="2581"/>
                    <a:pt x="105" y="2546"/>
                  </a:cubicBezTo>
                  <a:lnTo>
                    <a:pt x="105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7134350" y="2936125"/>
              <a:ext cx="3075" cy="46650"/>
            </a:xfrm>
            <a:custGeom>
              <a:rect b="b" l="l" r="r" t="t"/>
              <a:pathLst>
                <a:path extrusionOk="0" h="1866" w="123">
                  <a:moveTo>
                    <a:pt x="0" y="1"/>
                  </a:moveTo>
                  <a:lnTo>
                    <a:pt x="0" y="1814"/>
                  </a:lnTo>
                  <a:cubicBezTo>
                    <a:pt x="9" y="1849"/>
                    <a:pt x="35" y="1866"/>
                    <a:pt x="61" y="1866"/>
                  </a:cubicBezTo>
                  <a:cubicBezTo>
                    <a:pt x="87" y="1866"/>
                    <a:pt x="113" y="1849"/>
                    <a:pt x="122" y="1814"/>
                  </a:cubicBezTo>
                  <a:lnTo>
                    <a:pt x="122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7232825" y="2954425"/>
              <a:ext cx="2650" cy="28350"/>
            </a:xfrm>
            <a:custGeom>
              <a:rect b="b" l="l" r="r" t="t"/>
              <a:pathLst>
                <a:path extrusionOk="0" h="1134" w="106">
                  <a:moveTo>
                    <a:pt x="1" y="1"/>
                  </a:moveTo>
                  <a:lnTo>
                    <a:pt x="1" y="1082"/>
                  </a:lnTo>
                  <a:cubicBezTo>
                    <a:pt x="1" y="1117"/>
                    <a:pt x="18" y="1134"/>
                    <a:pt x="53" y="1134"/>
                  </a:cubicBezTo>
                  <a:cubicBezTo>
                    <a:pt x="88" y="1134"/>
                    <a:pt x="105" y="1117"/>
                    <a:pt x="105" y="1082"/>
                  </a:cubicBezTo>
                  <a:lnTo>
                    <a:pt x="10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6925175" y="2897775"/>
              <a:ext cx="2625" cy="85000"/>
            </a:xfrm>
            <a:custGeom>
              <a:rect b="b" l="l" r="r" t="t"/>
              <a:pathLst>
                <a:path extrusionOk="0" h="3400" w="105">
                  <a:moveTo>
                    <a:pt x="0" y="1"/>
                  </a:moveTo>
                  <a:lnTo>
                    <a:pt x="0" y="3348"/>
                  </a:lnTo>
                  <a:cubicBezTo>
                    <a:pt x="0" y="3383"/>
                    <a:pt x="18" y="3400"/>
                    <a:pt x="52" y="3400"/>
                  </a:cubicBezTo>
                  <a:cubicBezTo>
                    <a:pt x="70" y="3400"/>
                    <a:pt x="105" y="3383"/>
                    <a:pt x="105" y="3348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6224425" y="2983200"/>
              <a:ext cx="122475" cy="346900"/>
            </a:xfrm>
            <a:custGeom>
              <a:rect b="b" l="l" r="r" t="t"/>
              <a:pathLst>
                <a:path extrusionOk="0" fill="none" h="13876" w="4899">
                  <a:moveTo>
                    <a:pt x="4899" y="0"/>
                  </a:moveTo>
                  <a:lnTo>
                    <a:pt x="4899" y="5822"/>
                  </a:lnTo>
                  <a:lnTo>
                    <a:pt x="1" y="13876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6346875" y="3128750"/>
              <a:ext cx="96350" cy="195250"/>
            </a:xfrm>
            <a:custGeom>
              <a:rect b="b" l="l" r="r" t="t"/>
              <a:pathLst>
                <a:path extrusionOk="0" fill="none" h="7810" w="3854">
                  <a:moveTo>
                    <a:pt x="1" y="0"/>
                  </a:moveTo>
                  <a:lnTo>
                    <a:pt x="3853" y="7810"/>
                  </a:lnTo>
                </a:path>
              </a:pathLst>
            </a:custGeom>
            <a:noFill/>
            <a:ln cap="rnd" cmpd="sng" w="26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6177800" y="3308300"/>
              <a:ext cx="331225" cy="178250"/>
            </a:xfrm>
            <a:custGeom>
              <a:rect b="b" l="l" r="r" t="t"/>
              <a:pathLst>
                <a:path extrusionOk="0" h="7130" w="13249">
                  <a:moveTo>
                    <a:pt x="1" y="0"/>
                  </a:moveTo>
                  <a:lnTo>
                    <a:pt x="1" y="7129"/>
                  </a:lnTo>
                  <a:lnTo>
                    <a:pt x="13248" y="7129"/>
                  </a:lnTo>
                  <a:lnTo>
                    <a:pt x="132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6438400" y="3308300"/>
              <a:ext cx="70625" cy="178250"/>
            </a:xfrm>
            <a:custGeom>
              <a:rect b="b" l="l" r="r" t="t"/>
              <a:pathLst>
                <a:path extrusionOk="0" h="7130" w="2825">
                  <a:moveTo>
                    <a:pt x="0" y="0"/>
                  </a:moveTo>
                  <a:lnTo>
                    <a:pt x="0" y="7129"/>
                  </a:lnTo>
                  <a:lnTo>
                    <a:pt x="2824" y="7129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" name="Google Shape;259;p14"/>
          <p:cNvGrpSpPr/>
          <p:nvPr/>
        </p:nvGrpSpPr>
        <p:grpSpPr>
          <a:xfrm>
            <a:off x="-381000" y="3714140"/>
            <a:ext cx="9870375" cy="1455000"/>
            <a:chOff x="-381000" y="2758675"/>
            <a:chExt cx="9870375" cy="1455000"/>
          </a:xfrm>
        </p:grpSpPr>
        <p:sp>
          <p:nvSpPr>
            <p:cNvPr id="260" name="Google Shape;260;p14"/>
            <p:cNvSpPr/>
            <p:nvPr/>
          </p:nvSpPr>
          <p:spPr>
            <a:xfrm>
              <a:off x="152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76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81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228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304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6096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57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334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7620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6858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8382000" y="3922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186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3764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110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15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263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39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6441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91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5679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7965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7203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8727375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-381000" y="3631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152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76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81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228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304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6096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57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5334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7620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6858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8382000" y="3340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1869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3764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110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263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6441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7965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7203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8727375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-381000" y="3049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7620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6858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838200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0" y="2758675"/>
              <a:ext cx="762000" cy="29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14"/>
          <p:cNvSpPr/>
          <p:nvPr/>
        </p:nvSpPr>
        <p:spPr>
          <a:xfrm>
            <a:off x="0" y="3714150"/>
            <a:ext cx="2898900" cy="1174500"/>
          </a:xfrm>
          <a:prstGeom prst="rtTriangle">
            <a:avLst/>
          </a:prstGeom>
          <a:solidFill>
            <a:srgbClr val="000000">
              <a:alpha val="4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0" y="4879925"/>
            <a:ext cx="9144000" cy="29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0" y="4521719"/>
            <a:ext cx="1727303" cy="361353"/>
          </a:xfrm>
          <a:custGeom>
            <a:rect b="b" l="l" r="r" t="t"/>
            <a:pathLst>
              <a:path extrusionOk="0" h="9113" w="43561">
                <a:moveTo>
                  <a:pt x="21427" y="0"/>
                </a:moveTo>
                <a:cubicBezTo>
                  <a:pt x="20938" y="0"/>
                  <a:pt x="20447" y="28"/>
                  <a:pt x="19959" y="83"/>
                </a:cubicBezTo>
                <a:cubicBezTo>
                  <a:pt x="16072" y="554"/>
                  <a:pt x="12638" y="2803"/>
                  <a:pt x="10616" y="6149"/>
                </a:cubicBezTo>
                <a:cubicBezTo>
                  <a:pt x="10058" y="5452"/>
                  <a:pt x="9378" y="5365"/>
                  <a:pt x="8576" y="4947"/>
                </a:cubicBezTo>
                <a:cubicBezTo>
                  <a:pt x="7417" y="4361"/>
                  <a:pt x="6105" y="4015"/>
                  <a:pt x="4806" y="4015"/>
                </a:cubicBezTo>
                <a:cubicBezTo>
                  <a:pt x="4249" y="4015"/>
                  <a:pt x="3694" y="4079"/>
                  <a:pt x="3155" y="4215"/>
                </a:cubicBezTo>
                <a:cubicBezTo>
                  <a:pt x="1917" y="4511"/>
                  <a:pt x="819" y="5191"/>
                  <a:pt x="0" y="6149"/>
                </a:cubicBezTo>
                <a:lnTo>
                  <a:pt x="0" y="9113"/>
                </a:lnTo>
                <a:lnTo>
                  <a:pt x="43404" y="8991"/>
                </a:lnTo>
                <a:cubicBezTo>
                  <a:pt x="43561" y="8991"/>
                  <a:pt x="42968" y="8468"/>
                  <a:pt x="43125" y="8468"/>
                </a:cubicBezTo>
                <a:cubicBezTo>
                  <a:pt x="41626" y="6463"/>
                  <a:pt x="39848" y="4598"/>
                  <a:pt x="37582" y="3552"/>
                </a:cubicBezTo>
                <a:cubicBezTo>
                  <a:pt x="36461" y="3026"/>
                  <a:pt x="35204" y="2731"/>
                  <a:pt x="33966" y="2731"/>
                </a:cubicBezTo>
                <a:cubicBezTo>
                  <a:pt x="32701" y="2731"/>
                  <a:pt x="31457" y="3039"/>
                  <a:pt x="30400" y="3727"/>
                </a:cubicBezTo>
                <a:cubicBezTo>
                  <a:pt x="28103" y="1293"/>
                  <a:pt x="24784" y="0"/>
                  <a:pt x="2142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2742610" y="4791913"/>
            <a:ext cx="2036911" cy="361376"/>
          </a:xfrm>
          <a:custGeom>
            <a:rect b="b" l="l" r="r" t="t"/>
            <a:pathLst>
              <a:path extrusionOk="0" h="4636" w="26131">
                <a:moveTo>
                  <a:pt x="13371" y="1"/>
                </a:moveTo>
                <a:cubicBezTo>
                  <a:pt x="10517" y="1"/>
                  <a:pt x="7646" y="1516"/>
                  <a:pt x="6049" y="3886"/>
                </a:cubicBezTo>
                <a:cubicBezTo>
                  <a:pt x="5404" y="3324"/>
                  <a:pt x="4545" y="3066"/>
                  <a:pt x="3680" y="3066"/>
                </a:cubicBezTo>
                <a:cubicBezTo>
                  <a:pt x="3285" y="3066"/>
                  <a:pt x="2888" y="3120"/>
                  <a:pt x="2511" y="3224"/>
                </a:cubicBezTo>
                <a:cubicBezTo>
                  <a:pt x="1587" y="3503"/>
                  <a:pt x="733" y="3991"/>
                  <a:pt x="1" y="4636"/>
                </a:cubicBezTo>
                <a:lnTo>
                  <a:pt x="26130" y="4636"/>
                </a:lnTo>
                <a:cubicBezTo>
                  <a:pt x="25363" y="3642"/>
                  <a:pt x="24265" y="2962"/>
                  <a:pt x="23027" y="2753"/>
                </a:cubicBezTo>
                <a:cubicBezTo>
                  <a:pt x="22764" y="2715"/>
                  <a:pt x="22499" y="2696"/>
                  <a:pt x="22235" y="2696"/>
                </a:cubicBezTo>
                <a:cubicBezTo>
                  <a:pt x="21068" y="2696"/>
                  <a:pt x="19918" y="3068"/>
                  <a:pt x="18966" y="3764"/>
                </a:cubicBezTo>
                <a:cubicBezTo>
                  <a:pt x="18722" y="2649"/>
                  <a:pt x="18042" y="1655"/>
                  <a:pt x="17083" y="1045"/>
                </a:cubicBezTo>
                <a:cubicBezTo>
                  <a:pt x="16107" y="418"/>
                  <a:pt x="15009" y="69"/>
                  <a:pt x="13876" y="17"/>
                </a:cubicBezTo>
                <a:cubicBezTo>
                  <a:pt x="13708" y="6"/>
                  <a:pt x="13540" y="1"/>
                  <a:pt x="133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0" y="5025282"/>
            <a:ext cx="653285" cy="235097"/>
          </a:xfrm>
          <a:custGeom>
            <a:rect b="b" l="l" r="r" t="t"/>
            <a:pathLst>
              <a:path extrusionOk="0" h="3187" w="8856">
                <a:moveTo>
                  <a:pt x="4158" y="1"/>
                </a:moveTo>
                <a:cubicBezTo>
                  <a:pt x="2578" y="1"/>
                  <a:pt x="1059" y="686"/>
                  <a:pt x="0" y="1896"/>
                </a:cubicBezTo>
                <a:lnTo>
                  <a:pt x="0" y="3186"/>
                </a:lnTo>
                <a:lnTo>
                  <a:pt x="8855" y="3186"/>
                </a:lnTo>
                <a:cubicBezTo>
                  <a:pt x="8140" y="1530"/>
                  <a:pt x="6659" y="362"/>
                  <a:pt x="4881" y="49"/>
                </a:cubicBezTo>
                <a:cubicBezTo>
                  <a:pt x="4639" y="16"/>
                  <a:pt x="4398" y="1"/>
                  <a:pt x="415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370767" y="326051"/>
            <a:ext cx="1247187" cy="176528"/>
          </a:xfrm>
          <a:custGeom>
            <a:rect b="b" l="l" r="r" t="t"/>
            <a:pathLst>
              <a:path extrusionOk="0" h="4118" w="29094">
                <a:moveTo>
                  <a:pt x="13836" y="0"/>
                </a:moveTo>
                <a:cubicBezTo>
                  <a:pt x="11279" y="0"/>
                  <a:pt x="8807" y="1206"/>
                  <a:pt x="7078" y="3089"/>
                </a:cubicBezTo>
                <a:cubicBezTo>
                  <a:pt x="6200" y="2686"/>
                  <a:pt x="5264" y="2489"/>
                  <a:pt x="4335" y="2489"/>
                </a:cubicBezTo>
                <a:cubicBezTo>
                  <a:pt x="2771" y="2489"/>
                  <a:pt x="1225" y="3046"/>
                  <a:pt x="1" y="4117"/>
                </a:cubicBezTo>
                <a:lnTo>
                  <a:pt x="29093" y="4117"/>
                </a:lnTo>
                <a:cubicBezTo>
                  <a:pt x="28361" y="3385"/>
                  <a:pt x="27350" y="2949"/>
                  <a:pt x="26322" y="2723"/>
                </a:cubicBezTo>
                <a:cubicBezTo>
                  <a:pt x="25657" y="2586"/>
                  <a:pt x="24998" y="2511"/>
                  <a:pt x="24350" y="2511"/>
                </a:cubicBezTo>
                <a:cubicBezTo>
                  <a:pt x="23179" y="2511"/>
                  <a:pt x="22041" y="2754"/>
                  <a:pt x="20953" y="3315"/>
                </a:cubicBezTo>
                <a:cubicBezTo>
                  <a:pt x="19227" y="1276"/>
                  <a:pt x="16717" y="73"/>
                  <a:pt x="14050" y="3"/>
                </a:cubicBezTo>
                <a:cubicBezTo>
                  <a:pt x="13979" y="1"/>
                  <a:pt x="13907" y="0"/>
                  <a:pt x="138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716384" y="1142647"/>
            <a:ext cx="1422800" cy="201218"/>
          </a:xfrm>
          <a:custGeom>
            <a:rect b="b" l="l" r="r" t="t"/>
            <a:pathLst>
              <a:path extrusionOk="0" h="4117" w="29111">
                <a:moveTo>
                  <a:pt x="13885" y="1"/>
                </a:moveTo>
                <a:cubicBezTo>
                  <a:pt x="11311" y="1"/>
                  <a:pt x="8818" y="1194"/>
                  <a:pt x="7077" y="3105"/>
                </a:cubicBezTo>
                <a:cubicBezTo>
                  <a:pt x="6194" y="2693"/>
                  <a:pt x="5252" y="2492"/>
                  <a:pt x="4317" y="2492"/>
                </a:cubicBezTo>
                <a:cubicBezTo>
                  <a:pt x="2759" y="2492"/>
                  <a:pt x="1220" y="3049"/>
                  <a:pt x="0" y="4116"/>
                </a:cubicBezTo>
                <a:lnTo>
                  <a:pt x="29110" y="4116"/>
                </a:lnTo>
                <a:cubicBezTo>
                  <a:pt x="28361" y="3384"/>
                  <a:pt x="27350" y="2948"/>
                  <a:pt x="26321" y="2739"/>
                </a:cubicBezTo>
                <a:cubicBezTo>
                  <a:pt x="25644" y="2600"/>
                  <a:pt x="24973" y="2523"/>
                  <a:pt x="24312" y="2523"/>
                </a:cubicBezTo>
                <a:cubicBezTo>
                  <a:pt x="23155" y="2523"/>
                  <a:pt x="22029" y="2760"/>
                  <a:pt x="20953" y="3314"/>
                </a:cubicBezTo>
                <a:cubicBezTo>
                  <a:pt x="19227" y="1292"/>
                  <a:pt x="16717" y="90"/>
                  <a:pt x="14050" y="3"/>
                </a:cubicBezTo>
                <a:cubicBezTo>
                  <a:pt x="13995" y="1"/>
                  <a:pt x="13940" y="1"/>
                  <a:pt x="13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" name="Google Shape;317;p14"/>
          <p:cNvGrpSpPr/>
          <p:nvPr/>
        </p:nvGrpSpPr>
        <p:grpSpPr>
          <a:xfrm>
            <a:off x="6258499" y="4642"/>
            <a:ext cx="1874021" cy="991923"/>
            <a:chOff x="3927875" y="2818025"/>
            <a:chExt cx="1071175" cy="566975"/>
          </a:xfrm>
        </p:grpSpPr>
        <p:sp>
          <p:nvSpPr>
            <p:cNvPr id="318" name="Google Shape;318;p14"/>
            <p:cNvSpPr/>
            <p:nvPr/>
          </p:nvSpPr>
          <p:spPr>
            <a:xfrm>
              <a:off x="3927875" y="3269075"/>
              <a:ext cx="1071175" cy="115925"/>
            </a:xfrm>
            <a:custGeom>
              <a:rect b="b" l="l" r="r" t="t"/>
              <a:pathLst>
                <a:path extrusionOk="0" h="4637" w="42847">
                  <a:moveTo>
                    <a:pt x="0" y="192"/>
                  </a:moveTo>
                  <a:cubicBezTo>
                    <a:pt x="0" y="192"/>
                    <a:pt x="0" y="192"/>
                    <a:pt x="0" y="192"/>
                  </a:cubicBezTo>
                  <a:lnTo>
                    <a:pt x="0" y="192"/>
                  </a:lnTo>
                  <a:lnTo>
                    <a:pt x="0" y="192"/>
                  </a:lnTo>
                  <a:close/>
                  <a:moveTo>
                    <a:pt x="42846" y="0"/>
                  </a:moveTo>
                  <a:lnTo>
                    <a:pt x="40005" y="35"/>
                  </a:lnTo>
                  <a:cubicBezTo>
                    <a:pt x="32108" y="87"/>
                    <a:pt x="10093" y="227"/>
                    <a:pt x="2563" y="227"/>
                  </a:cubicBezTo>
                  <a:cubicBezTo>
                    <a:pt x="973" y="227"/>
                    <a:pt x="18" y="210"/>
                    <a:pt x="0" y="192"/>
                  </a:cubicBezTo>
                  <a:lnTo>
                    <a:pt x="0" y="192"/>
                  </a:lnTo>
                  <a:lnTo>
                    <a:pt x="2022" y="4236"/>
                  </a:lnTo>
                  <a:lnTo>
                    <a:pt x="2231" y="4637"/>
                  </a:lnTo>
                  <a:lnTo>
                    <a:pt x="40719" y="4637"/>
                  </a:lnTo>
                  <a:lnTo>
                    <a:pt x="42375" y="1029"/>
                  </a:lnTo>
                  <a:lnTo>
                    <a:pt x="428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3947050" y="3252075"/>
              <a:ext cx="1032825" cy="25"/>
            </a:xfrm>
            <a:custGeom>
              <a:rect b="b" l="l" r="r" t="t"/>
              <a:pathLst>
                <a:path extrusionOk="0" fill="none" h="1" w="41313">
                  <a:moveTo>
                    <a:pt x="0" y="0"/>
                  </a:moveTo>
                  <a:lnTo>
                    <a:pt x="41312" y="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3991925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1" y="1"/>
                  </a:moveTo>
                  <a:lnTo>
                    <a:pt x="1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4927550" y="3253375"/>
              <a:ext cx="25" cy="35775"/>
            </a:xfrm>
            <a:custGeom>
              <a:rect b="b" l="l" r="r" t="t"/>
              <a:pathLst>
                <a:path extrusionOk="0" fill="none" h="1431" w="1">
                  <a:moveTo>
                    <a:pt x="0" y="1"/>
                  </a:moveTo>
                  <a:lnTo>
                    <a:pt x="0" y="1430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3978425" y="3294775"/>
              <a:ext cx="1008850" cy="90225"/>
            </a:xfrm>
            <a:custGeom>
              <a:rect b="b" l="l" r="r" t="t"/>
              <a:pathLst>
                <a:path extrusionOk="0" h="3609" w="40354">
                  <a:moveTo>
                    <a:pt x="40353" y="1"/>
                  </a:moveTo>
                  <a:lnTo>
                    <a:pt x="0" y="3208"/>
                  </a:lnTo>
                  <a:lnTo>
                    <a:pt x="209" y="3609"/>
                  </a:lnTo>
                  <a:lnTo>
                    <a:pt x="38680" y="3609"/>
                  </a:lnTo>
                  <a:lnTo>
                    <a:pt x="40353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4044225" y="2940925"/>
              <a:ext cx="152975" cy="335575"/>
            </a:xfrm>
            <a:custGeom>
              <a:rect b="b" l="l" r="r" t="t"/>
              <a:pathLst>
                <a:path extrusionOk="0" fill="none" h="13423" w="6119">
                  <a:moveTo>
                    <a:pt x="0" y="13423"/>
                  </a:moveTo>
                  <a:lnTo>
                    <a:pt x="4131" y="1"/>
                  </a:lnTo>
                  <a:lnTo>
                    <a:pt x="6119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4133550" y="2913900"/>
              <a:ext cx="28350" cy="28350"/>
            </a:xfrm>
            <a:custGeom>
              <a:rect b="b" l="l" r="r" t="t"/>
              <a:pathLst>
                <a:path extrusionOk="0" fill="none" h="1134" w="1134">
                  <a:moveTo>
                    <a:pt x="1134" y="559"/>
                  </a:moveTo>
                  <a:cubicBezTo>
                    <a:pt x="1134" y="872"/>
                    <a:pt x="872" y="1134"/>
                    <a:pt x="558" y="1134"/>
                  </a:cubicBezTo>
                  <a:cubicBezTo>
                    <a:pt x="245" y="1134"/>
                    <a:pt x="1" y="872"/>
                    <a:pt x="1" y="559"/>
                  </a:cubicBezTo>
                  <a:cubicBezTo>
                    <a:pt x="1" y="245"/>
                    <a:pt x="245" y="1"/>
                    <a:pt x="558" y="1"/>
                  </a:cubicBezTo>
                  <a:cubicBezTo>
                    <a:pt x="872" y="1"/>
                    <a:pt x="1134" y="245"/>
                    <a:pt x="1134" y="559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4146625" y="2818025"/>
              <a:ext cx="900" cy="95900"/>
            </a:xfrm>
            <a:custGeom>
              <a:rect b="b" l="l" r="r" t="t"/>
              <a:pathLst>
                <a:path extrusionOk="0" fill="none" h="3836" w="36">
                  <a:moveTo>
                    <a:pt x="35" y="3836"/>
                  </a:moveTo>
                  <a:lnTo>
                    <a:pt x="1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4736675" y="2938300"/>
              <a:ext cx="153425" cy="335575"/>
            </a:xfrm>
            <a:custGeom>
              <a:rect b="b" l="l" r="r" t="t"/>
              <a:pathLst>
                <a:path extrusionOk="0" fill="none" h="13423" w="6137">
                  <a:moveTo>
                    <a:pt x="6136" y="13423"/>
                  </a:moveTo>
                  <a:lnTo>
                    <a:pt x="2005" y="1"/>
                  </a:lnTo>
                  <a:lnTo>
                    <a:pt x="0" y="13423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4771975" y="2911300"/>
              <a:ext cx="28775" cy="28775"/>
            </a:xfrm>
            <a:custGeom>
              <a:rect b="b" l="l" r="r" t="t"/>
              <a:pathLst>
                <a:path extrusionOk="0" fill="none" h="1151" w="1151">
                  <a:moveTo>
                    <a:pt x="1151" y="575"/>
                  </a:moveTo>
                  <a:cubicBezTo>
                    <a:pt x="1151" y="889"/>
                    <a:pt x="889" y="1151"/>
                    <a:pt x="576" y="1151"/>
                  </a:cubicBezTo>
                  <a:cubicBezTo>
                    <a:pt x="262" y="1151"/>
                    <a:pt x="0" y="889"/>
                    <a:pt x="0" y="575"/>
                  </a:cubicBezTo>
                  <a:cubicBezTo>
                    <a:pt x="0" y="262"/>
                    <a:pt x="262" y="0"/>
                    <a:pt x="576" y="0"/>
                  </a:cubicBezTo>
                  <a:cubicBezTo>
                    <a:pt x="889" y="0"/>
                    <a:pt x="1151" y="262"/>
                    <a:pt x="1151" y="575"/>
                  </a:cubicBezTo>
                  <a:close/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4786350" y="2818900"/>
              <a:ext cx="900" cy="92425"/>
            </a:xfrm>
            <a:custGeom>
              <a:rect b="b" l="l" r="r" t="t"/>
              <a:pathLst>
                <a:path extrusionOk="0" fill="none" h="3697" w="36">
                  <a:moveTo>
                    <a:pt x="1" y="3696"/>
                  </a:moveTo>
                  <a:lnTo>
                    <a:pt x="36" y="1"/>
                  </a:lnTo>
                </a:path>
              </a:pathLst>
            </a:custGeom>
            <a:noFill/>
            <a:ln cap="rnd" cmpd="sng" w="34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14"/>
          <p:cNvSpPr/>
          <p:nvPr/>
        </p:nvSpPr>
        <p:spPr>
          <a:xfrm>
            <a:off x="8244388" y="4530058"/>
            <a:ext cx="928204" cy="430572"/>
          </a:xfrm>
          <a:custGeom>
            <a:rect b="b" l="l" r="r" t="t"/>
            <a:pathLst>
              <a:path extrusionOk="0" h="5143" w="11087">
                <a:moveTo>
                  <a:pt x="11087" y="0"/>
                </a:moveTo>
                <a:cubicBezTo>
                  <a:pt x="10790" y="35"/>
                  <a:pt x="10511" y="105"/>
                  <a:pt x="10232" y="192"/>
                </a:cubicBezTo>
                <a:cubicBezTo>
                  <a:pt x="8611" y="715"/>
                  <a:pt x="7164" y="1813"/>
                  <a:pt x="6084" y="3121"/>
                </a:cubicBezTo>
                <a:cubicBezTo>
                  <a:pt x="5658" y="2742"/>
                  <a:pt x="5079" y="2596"/>
                  <a:pt x="4490" y="2596"/>
                </a:cubicBezTo>
                <a:cubicBezTo>
                  <a:pt x="4211" y="2596"/>
                  <a:pt x="3930" y="2629"/>
                  <a:pt x="3661" y="2685"/>
                </a:cubicBezTo>
                <a:cubicBezTo>
                  <a:pt x="2179" y="3016"/>
                  <a:pt x="872" y="3887"/>
                  <a:pt x="0" y="5143"/>
                </a:cubicBezTo>
                <a:lnTo>
                  <a:pt x="11087" y="5143"/>
                </a:lnTo>
                <a:lnTo>
                  <a:pt x="110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 type="tx">
  <p:cSld name="TITLE_AND_BODY">
    <p:spTree>
      <p:nvGrpSpPr>
        <p:cNvPr id="3317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p49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9" name="Google Shape;3319;p49"/>
          <p:cNvSpPr txBox="1"/>
          <p:nvPr>
            <p:ph idx="1" type="body"/>
          </p:nvPr>
        </p:nvSpPr>
        <p:spPr>
          <a:xfrm>
            <a:off x="369000" y="13614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0" name="Google Shape;332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21" name="Google Shape;3321;p49"/>
          <p:cNvSpPr txBox="1"/>
          <p:nvPr>
            <p:ph idx="2" type="subTitle"/>
          </p:nvPr>
        </p:nvSpPr>
        <p:spPr>
          <a:xfrm>
            <a:off x="374450" y="857600"/>
            <a:ext cx="84060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  <a:defRPr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">
  <p:cSld name="TITLE_2">
    <p:bg>
      <p:bgPr>
        <a:solidFill>
          <a:schemeClr val="accent1"/>
        </a:solidFill>
      </p:bgPr>
    </p:bg>
    <p:spTree>
      <p:nvGrpSpPr>
        <p:cNvPr id="3322" name="Shape 3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3" name="Google Shape;3323;p50"/>
          <p:cNvSpPr txBox="1"/>
          <p:nvPr>
            <p:ph type="ctrTitle"/>
          </p:nvPr>
        </p:nvSpPr>
        <p:spPr>
          <a:xfrm>
            <a:off x="369000" y="365700"/>
            <a:ext cx="84633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24" name="Google Shape;332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25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p51"/>
          <p:cNvSpPr txBox="1"/>
          <p:nvPr>
            <p:ph type="title"/>
          </p:nvPr>
        </p:nvSpPr>
        <p:spPr>
          <a:xfrm>
            <a:off x="369000" y="365700"/>
            <a:ext cx="840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27" name="Google Shape;332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3" Type="http://schemas.openxmlformats.org/officeDocument/2006/relationships/theme" Target="../theme/theme7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7" Type="http://schemas.openxmlformats.org/officeDocument/2006/relationships/theme" Target="../theme/theme4.xml"/></Relationships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Prompt"/>
              <a:buNone/>
              <a:defRPr b="1" sz="3400">
                <a:solidFill>
                  <a:schemeClr val="accent6"/>
                </a:solidFill>
                <a:latin typeface="Prompt"/>
                <a:ea typeface="Prompt"/>
                <a:cs typeface="Prompt"/>
                <a:sym typeface="Promp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50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●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○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sap"/>
              <a:buChar char="■"/>
              <a:defRPr>
                <a:solidFill>
                  <a:schemeClr val="accent6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46"/>
          <p:cNvSpPr txBox="1"/>
          <p:nvPr>
            <p:ph type="title"/>
          </p:nvPr>
        </p:nvSpPr>
        <p:spPr>
          <a:xfrm>
            <a:off x="369000" y="3657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itter"/>
              <a:buNone/>
              <a:defRPr b="1" i="0" sz="28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08" name="Google Shape;3308;p46"/>
          <p:cNvSpPr txBox="1"/>
          <p:nvPr>
            <p:ph idx="1" type="body"/>
          </p:nvPr>
        </p:nvSpPr>
        <p:spPr>
          <a:xfrm>
            <a:off x="369000" y="1361400"/>
            <a:ext cx="8406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b="0" i="0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09" name="Google Shape;330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7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3"/>
    <p:sldLayoutId id="2147483694" r:id="rId4"/>
    <p:sldLayoutId id="2147483695" r:id="rId5"/>
    <p:sldLayoutId id="2147483705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32">
          <p15:clr>
            <a:srgbClr val="EA4335"/>
          </p15:clr>
        </p15:guide>
        <p15:guide id="2" orient="horz" pos="230">
          <p15:clr>
            <a:srgbClr val="EA4335"/>
          </p15:clr>
        </p15:guide>
        <p15:guide id="3" orient="horz" pos="3010">
          <p15:clr>
            <a:srgbClr val="EA4335"/>
          </p15:clr>
        </p15:guide>
        <p15:guide id="4" pos="5528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p106"/>
          <p:cNvSpPr txBox="1"/>
          <p:nvPr>
            <p:ph type="ctrTitle"/>
          </p:nvPr>
        </p:nvSpPr>
        <p:spPr>
          <a:xfrm>
            <a:off x="1181300" y="707825"/>
            <a:ext cx="3713700" cy="25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Testing</a:t>
            </a:r>
            <a:endParaRPr/>
          </a:p>
        </p:txBody>
      </p:sp>
      <p:sp>
        <p:nvSpPr>
          <p:cNvPr id="3558" name="Google Shape;3558;p106"/>
          <p:cNvSpPr txBox="1"/>
          <p:nvPr>
            <p:ph idx="1" type="subTitle"/>
          </p:nvPr>
        </p:nvSpPr>
        <p:spPr>
          <a:xfrm>
            <a:off x="1243000" y="3197275"/>
            <a:ext cx="365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Martínez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gonzalo.martinez@uc.cl</a:t>
            </a:r>
            <a:endParaRPr/>
          </a:p>
        </p:txBody>
      </p:sp>
      <p:grpSp>
        <p:nvGrpSpPr>
          <p:cNvPr id="3559" name="Google Shape;3559;p106"/>
          <p:cNvGrpSpPr/>
          <p:nvPr/>
        </p:nvGrpSpPr>
        <p:grpSpPr>
          <a:xfrm>
            <a:off x="4895009" y="2385100"/>
            <a:ext cx="4080950" cy="3063373"/>
            <a:chOff x="408500" y="2277325"/>
            <a:chExt cx="2731925" cy="2050725"/>
          </a:xfrm>
        </p:grpSpPr>
        <p:sp>
          <p:nvSpPr>
            <p:cNvPr id="3560" name="Google Shape;3560;p106"/>
            <p:cNvSpPr/>
            <p:nvPr/>
          </p:nvSpPr>
          <p:spPr>
            <a:xfrm>
              <a:off x="1266125" y="2953575"/>
              <a:ext cx="1106475" cy="1013475"/>
            </a:xfrm>
            <a:custGeom>
              <a:rect b="b" l="l" r="r" t="t"/>
              <a:pathLst>
                <a:path extrusionOk="0" h="40539" w="44259">
                  <a:moveTo>
                    <a:pt x="31655" y="0"/>
                  </a:moveTo>
                  <a:lnTo>
                    <a:pt x="0" y="610"/>
                  </a:lnTo>
                  <a:cubicBezTo>
                    <a:pt x="0" y="610"/>
                    <a:pt x="5526" y="4480"/>
                    <a:pt x="7461" y="12585"/>
                  </a:cubicBezTo>
                  <a:cubicBezTo>
                    <a:pt x="9413" y="20708"/>
                    <a:pt x="12620" y="40423"/>
                    <a:pt x="12620" y="40423"/>
                  </a:cubicBezTo>
                  <a:cubicBezTo>
                    <a:pt x="12620" y="40423"/>
                    <a:pt x="14792" y="40538"/>
                    <a:pt x="18097" y="40538"/>
                  </a:cubicBezTo>
                  <a:cubicBezTo>
                    <a:pt x="24921" y="40538"/>
                    <a:pt x="36576" y="40048"/>
                    <a:pt x="43927" y="37041"/>
                  </a:cubicBezTo>
                  <a:cubicBezTo>
                    <a:pt x="43927" y="37041"/>
                    <a:pt x="44258" y="22312"/>
                    <a:pt x="40789" y="14712"/>
                  </a:cubicBezTo>
                  <a:cubicBezTo>
                    <a:pt x="37320" y="7095"/>
                    <a:pt x="31655" y="0"/>
                    <a:pt x="31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106"/>
            <p:cNvSpPr/>
            <p:nvPr/>
          </p:nvSpPr>
          <p:spPr>
            <a:xfrm>
              <a:off x="1408175" y="2983200"/>
              <a:ext cx="899050" cy="900775"/>
            </a:xfrm>
            <a:custGeom>
              <a:rect b="b" l="l" r="r" t="t"/>
              <a:pathLst>
                <a:path extrusionOk="0" fill="none" h="36031" w="35962">
                  <a:moveTo>
                    <a:pt x="1" y="332"/>
                  </a:moveTo>
                  <a:cubicBezTo>
                    <a:pt x="1" y="332"/>
                    <a:pt x="5335" y="8611"/>
                    <a:pt x="7287" y="16072"/>
                  </a:cubicBezTo>
                  <a:cubicBezTo>
                    <a:pt x="9222" y="23515"/>
                    <a:pt x="10756" y="36031"/>
                    <a:pt x="10756" y="36031"/>
                  </a:cubicBezTo>
                  <a:lnTo>
                    <a:pt x="35961" y="33416"/>
                  </a:lnTo>
                  <a:cubicBezTo>
                    <a:pt x="35961" y="33416"/>
                    <a:pt x="33172" y="14294"/>
                    <a:pt x="30802" y="9047"/>
                  </a:cubicBezTo>
                  <a:cubicBezTo>
                    <a:pt x="29338" y="5840"/>
                    <a:pt x="27525" y="2789"/>
                    <a:pt x="25381" y="0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106"/>
            <p:cNvSpPr/>
            <p:nvPr/>
          </p:nvSpPr>
          <p:spPr>
            <a:xfrm>
              <a:off x="1459175" y="2974475"/>
              <a:ext cx="268450" cy="915600"/>
            </a:xfrm>
            <a:custGeom>
              <a:rect b="b" l="l" r="r" t="t"/>
              <a:pathLst>
                <a:path extrusionOk="0" fill="none" h="36624" w="10738">
                  <a:moveTo>
                    <a:pt x="0" y="1"/>
                  </a:moveTo>
                  <a:cubicBezTo>
                    <a:pt x="0" y="1"/>
                    <a:pt x="5840" y="9902"/>
                    <a:pt x="7356" y="16491"/>
                  </a:cubicBezTo>
                  <a:cubicBezTo>
                    <a:pt x="8664" y="22191"/>
                    <a:pt x="10738" y="36624"/>
                    <a:pt x="10738" y="36624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106"/>
            <p:cNvSpPr/>
            <p:nvPr/>
          </p:nvSpPr>
          <p:spPr>
            <a:xfrm>
              <a:off x="1992125" y="2968375"/>
              <a:ext cx="272825" cy="873325"/>
            </a:xfrm>
            <a:custGeom>
              <a:rect b="b" l="l" r="r" t="t"/>
              <a:pathLst>
                <a:path extrusionOk="0" fill="none" h="34933" w="10913">
                  <a:moveTo>
                    <a:pt x="1" y="1"/>
                  </a:moveTo>
                  <a:cubicBezTo>
                    <a:pt x="1" y="1"/>
                    <a:pt x="6520" y="9222"/>
                    <a:pt x="7862" y="16822"/>
                  </a:cubicBezTo>
                  <a:cubicBezTo>
                    <a:pt x="9222" y="24439"/>
                    <a:pt x="10913" y="34933"/>
                    <a:pt x="10913" y="34933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106"/>
            <p:cNvSpPr/>
            <p:nvPr/>
          </p:nvSpPr>
          <p:spPr>
            <a:xfrm>
              <a:off x="1402075" y="3012825"/>
              <a:ext cx="687250" cy="29225"/>
            </a:xfrm>
            <a:custGeom>
              <a:rect b="b" l="l" r="r" t="t"/>
              <a:pathLst>
                <a:path extrusionOk="0" fill="none" h="1169" w="27490">
                  <a:moveTo>
                    <a:pt x="1" y="1169"/>
                  </a:moveTo>
                  <a:lnTo>
                    <a:pt x="27490" y="1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106"/>
            <p:cNvSpPr/>
            <p:nvPr/>
          </p:nvSpPr>
          <p:spPr>
            <a:xfrm>
              <a:off x="1634350" y="3771525"/>
              <a:ext cx="691600" cy="72350"/>
            </a:xfrm>
            <a:custGeom>
              <a:rect b="b" l="l" r="r" t="t"/>
              <a:pathLst>
                <a:path extrusionOk="0" fill="none" h="2894" w="27664">
                  <a:moveTo>
                    <a:pt x="1" y="2894"/>
                  </a:moveTo>
                  <a:lnTo>
                    <a:pt x="27664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106"/>
            <p:cNvSpPr/>
            <p:nvPr/>
          </p:nvSpPr>
          <p:spPr>
            <a:xfrm>
              <a:off x="1543700" y="3046375"/>
              <a:ext cx="359550" cy="310750"/>
            </a:xfrm>
            <a:custGeom>
              <a:rect b="b" l="l" r="r" t="t"/>
              <a:pathLst>
                <a:path extrusionOk="0" fill="none" h="12430" w="14382">
                  <a:moveTo>
                    <a:pt x="1" y="419"/>
                  </a:moveTo>
                  <a:cubicBezTo>
                    <a:pt x="1" y="419"/>
                    <a:pt x="3714" y="7531"/>
                    <a:pt x="4899" y="12429"/>
                  </a:cubicBezTo>
                  <a:lnTo>
                    <a:pt x="14382" y="11506"/>
                  </a:lnTo>
                  <a:lnTo>
                    <a:pt x="1023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106"/>
            <p:cNvSpPr/>
            <p:nvPr/>
          </p:nvSpPr>
          <p:spPr>
            <a:xfrm>
              <a:off x="1680100" y="3095625"/>
              <a:ext cx="188725" cy="153850"/>
            </a:xfrm>
            <a:custGeom>
              <a:rect b="b" l="l" r="r" t="t"/>
              <a:pathLst>
                <a:path extrusionOk="0" fill="none" h="6154" w="7549">
                  <a:moveTo>
                    <a:pt x="5457" y="1"/>
                  </a:moveTo>
                  <a:lnTo>
                    <a:pt x="1" y="436"/>
                  </a:lnTo>
                  <a:lnTo>
                    <a:pt x="2337" y="6154"/>
                  </a:lnTo>
                  <a:lnTo>
                    <a:pt x="7549" y="5718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106"/>
            <p:cNvSpPr/>
            <p:nvPr/>
          </p:nvSpPr>
          <p:spPr>
            <a:xfrm>
              <a:off x="1776850" y="3110875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50" y="2145"/>
                  </a:lnTo>
                  <a:lnTo>
                    <a:pt x="2023" y="1970"/>
                  </a:lnTo>
                  <a:lnTo>
                    <a:pt x="1291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106"/>
            <p:cNvSpPr/>
            <p:nvPr/>
          </p:nvSpPr>
          <p:spPr>
            <a:xfrm>
              <a:off x="1799075" y="3174500"/>
              <a:ext cx="50575" cy="53625"/>
            </a:xfrm>
            <a:custGeom>
              <a:rect b="b" l="l" r="r" t="t"/>
              <a:pathLst>
                <a:path extrusionOk="0" fill="none" h="2145" w="2023">
                  <a:moveTo>
                    <a:pt x="1" y="123"/>
                  </a:moveTo>
                  <a:lnTo>
                    <a:pt x="768" y="2145"/>
                  </a:lnTo>
                  <a:lnTo>
                    <a:pt x="2023" y="1970"/>
                  </a:lnTo>
                  <a:lnTo>
                    <a:pt x="1308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106"/>
            <p:cNvSpPr/>
            <p:nvPr/>
          </p:nvSpPr>
          <p:spPr>
            <a:xfrm>
              <a:off x="1752875" y="3100425"/>
              <a:ext cx="53200" cy="143400"/>
            </a:xfrm>
            <a:custGeom>
              <a:rect b="b" l="l" r="r" t="t"/>
              <a:pathLst>
                <a:path extrusionOk="0" fill="none" h="5736" w="2128">
                  <a:moveTo>
                    <a:pt x="1" y="0"/>
                  </a:moveTo>
                  <a:lnTo>
                    <a:pt x="2128" y="5735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106"/>
            <p:cNvSpPr/>
            <p:nvPr/>
          </p:nvSpPr>
          <p:spPr>
            <a:xfrm>
              <a:off x="1595125" y="3141825"/>
              <a:ext cx="72375" cy="106775"/>
            </a:xfrm>
            <a:custGeom>
              <a:rect b="b" l="l" r="r" t="t"/>
              <a:pathLst>
                <a:path extrusionOk="0" fill="none" h="4271" w="2895">
                  <a:moveTo>
                    <a:pt x="1" y="53"/>
                  </a:moveTo>
                  <a:lnTo>
                    <a:pt x="1744" y="4271"/>
                  </a:lnTo>
                  <a:lnTo>
                    <a:pt x="2894" y="4149"/>
                  </a:lnTo>
                  <a:lnTo>
                    <a:pt x="1204" y="0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106"/>
            <p:cNvSpPr/>
            <p:nvPr/>
          </p:nvSpPr>
          <p:spPr>
            <a:xfrm>
              <a:off x="1820425" y="3038100"/>
              <a:ext cx="326000" cy="292875"/>
            </a:xfrm>
            <a:custGeom>
              <a:rect b="b" l="l" r="r" t="t"/>
              <a:pathLst>
                <a:path extrusionOk="0" fill="none" h="11715" w="13040">
                  <a:moveTo>
                    <a:pt x="1" y="297"/>
                  </a:moveTo>
                  <a:lnTo>
                    <a:pt x="4045" y="11714"/>
                  </a:lnTo>
                  <a:lnTo>
                    <a:pt x="13039" y="10529"/>
                  </a:lnTo>
                  <a:cubicBezTo>
                    <a:pt x="13039" y="10529"/>
                    <a:pt x="11052" y="5701"/>
                    <a:pt x="9954" y="3557"/>
                  </a:cubicBezTo>
                  <a:cubicBezTo>
                    <a:pt x="8856" y="1413"/>
                    <a:pt x="8054" y="1"/>
                    <a:pt x="8054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106"/>
            <p:cNvSpPr/>
            <p:nvPr/>
          </p:nvSpPr>
          <p:spPr>
            <a:xfrm>
              <a:off x="1938100" y="3042025"/>
              <a:ext cx="123775" cy="85875"/>
            </a:xfrm>
            <a:custGeom>
              <a:rect b="b" l="l" r="r" t="t"/>
              <a:pathLst>
                <a:path extrusionOk="0" fill="none" h="3435" w="4951">
                  <a:moveTo>
                    <a:pt x="0" y="1"/>
                  </a:moveTo>
                  <a:lnTo>
                    <a:pt x="1726" y="3435"/>
                  </a:lnTo>
                  <a:lnTo>
                    <a:pt x="4951" y="2929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106"/>
            <p:cNvSpPr/>
            <p:nvPr/>
          </p:nvSpPr>
          <p:spPr>
            <a:xfrm>
              <a:off x="1912375" y="3044200"/>
              <a:ext cx="119875" cy="271950"/>
            </a:xfrm>
            <a:custGeom>
              <a:rect b="b" l="l" r="r" t="t"/>
              <a:pathLst>
                <a:path extrusionOk="0" fill="none" h="10878" w="4795">
                  <a:moveTo>
                    <a:pt x="1" y="1"/>
                  </a:moveTo>
                  <a:cubicBezTo>
                    <a:pt x="1" y="1"/>
                    <a:pt x="4027" y="8681"/>
                    <a:pt x="4794" y="10878"/>
                  </a:cubicBez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106"/>
            <p:cNvSpPr/>
            <p:nvPr/>
          </p:nvSpPr>
          <p:spPr>
            <a:xfrm>
              <a:off x="1879700" y="3190200"/>
              <a:ext cx="99375" cy="12650"/>
            </a:xfrm>
            <a:custGeom>
              <a:rect b="b" l="l" r="r" t="t"/>
              <a:pathLst>
                <a:path extrusionOk="0" fill="none" h="506" w="3975">
                  <a:moveTo>
                    <a:pt x="0" y="506"/>
                  </a:moveTo>
                  <a:lnTo>
                    <a:pt x="3975" y="0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106"/>
            <p:cNvSpPr/>
            <p:nvPr/>
          </p:nvSpPr>
          <p:spPr>
            <a:xfrm>
              <a:off x="1673575" y="3363625"/>
              <a:ext cx="342550" cy="441050"/>
            </a:xfrm>
            <a:custGeom>
              <a:rect b="b" l="l" r="r" t="t"/>
              <a:pathLst>
                <a:path extrusionOk="0" fill="none" h="17642" w="13702">
                  <a:moveTo>
                    <a:pt x="0" y="698"/>
                  </a:moveTo>
                  <a:cubicBezTo>
                    <a:pt x="0" y="698"/>
                    <a:pt x="2476" y="11993"/>
                    <a:pt x="2859" y="17641"/>
                  </a:cubicBezTo>
                  <a:lnTo>
                    <a:pt x="13701" y="16438"/>
                  </a:lnTo>
                  <a:lnTo>
                    <a:pt x="11749" y="3749"/>
                  </a:lnTo>
                  <a:lnTo>
                    <a:pt x="9204" y="4062"/>
                  </a:lnTo>
                  <a:lnTo>
                    <a:pt x="8193" y="1"/>
                  </a:ln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106"/>
            <p:cNvSpPr/>
            <p:nvPr/>
          </p:nvSpPr>
          <p:spPr>
            <a:xfrm>
              <a:off x="1927625" y="3323975"/>
              <a:ext cx="298100" cy="439300"/>
            </a:xfrm>
            <a:custGeom>
              <a:rect b="b" l="l" r="r" t="t"/>
              <a:pathLst>
                <a:path extrusionOk="0" fill="none" h="17572" w="11924">
                  <a:moveTo>
                    <a:pt x="1" y="1273"/>
                  </a:moveTo>
                  <a:lnTo>
                    <a:pt x="820" y="4376"/>
                  </a:lnTo>
                  <a:lnTo>
                    <a:pt x="2964" y="4184"/>
                  </a:lnTo>
                  <a:lnTo>
                    <a:pt x="5073" y="17571"/>
                  </a:lnTo>
                  <a:lnTo>
                    <a:pt x="11924" y="16874"/>
                  </a:lnTo>
                  <a:cubicBezTo>
                    <a:pt x="11924" y="16874"/>
                    <a:pt x="10338" y="3940"/>
                    <a:pt x="8751" y="1"/>
                  </a:cubicBezTo>
                  <a:close/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106"/>
            <p:cNvSpPr/>
            <p:nvPr/>
          </p:nvSpPr>
          <p:spPr>
            <a:xfrm>
              <a:off x="1678375" y="3395450"/>
              <a:ext cx="168225" cy="115500"/>
            </a:xfrm>
            <a:custGeom>
              <a:rect b="b" l="l" r="r" t="t"/>
              <a:pathLst>
                <a:path extrusionOk="0" fill="none" h="4620" w="6729">
                  <a:moveTo>
                    <a:pt x="959" y="4620"/>
                  </a:moveTo>
                  <a:lnTo>
                    <a:pt x="6729" y="4062"/>
                  </a:lnTo>
                  <a:lnTo>
                    <a:pt x="5840" y="0"/>
                  </a:lnTo>
                  <a:lnTo>
                    <a:pt x="0" y="506"/>
                  </a:lnTo>
                </a:path>
              </a:pathLst>
            </a:custGeom>
            <a:noFill/>
            <a:ln cap="rnd" cmpd="sng" w="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106"/>
            <p:cNvSpPr/>
            <p:nvPr/>
          </p:nvSpPr>
          <p:spPr>
            <a:xfrm>
              <a:off x="1367650" y="3159375"/>
              <a:ext cx="211825" cy="348100"/>
            </a:xfrm>
            <a:custGeom>
              <a:rect b="b" l="l" r="r" t="t"/>
              <a:pathLst>
                <a:path extrusionOk="0" h="13924" w="8473">
                  <a:moveTo>
                    <a:pt x="5785" y="0"/>
                  </a:moveTo>
                  <a:cubicBezTo>
                    <a:pt x="5752" y="0"/>
                    <a:pt x="5718" y="4"/>
                    <a:pt x="5683" y="13"/>
                  </a:cubicBezTo>
                  <a:cubicBezTo>
                    <a:pt x="4570" y="309"/>
                    <a:pt x="4689" y="4911"/>
                    <a:pt x="3806" y="4911"/>
                  </a:cubicBezTo>
                  <a:cubicBezTo>
                    <a:pt x="3804" y="4911"/>
                    <a:pt x="3802" y="4911"/>
                    <a:pt x="3801" y="4911"/>
                  </a:cubicBezTo>
                  <a:cubicBezTo>
                    <a:pt x="2912" y="4876"/>
                    <a:pt x="2929" y="2697"/>
                    <a:pt x="2929" y="2697"/>
                  </a:cubicBezTo>
                  <a:lnTo>
                    <a:pt x="2162" y="553"/>
                  </a:lnTo>
                  <a:cubicBezTo>
                    <a:pt x="1622" y="1286"/>
                    <a:pt x="1151" y="2087"/>
                    <a:pt x="750" y="2907"/>
                  </a:cubicBezTo>
                  <a:cubicBezTo>
                    <a:pt x="1" y="4423"/>
                    <a:pt x="314" y="5120"/>
                    <a:pt x="158" y="6079"/>
                  </a:cubicBezTo>
                  <a:cubicBezTo>
                    <a:pt x="53" y="6619"/>
                    <a:pt x="140" y="7177"/>
                    <a:pt x="402" y="7665"/>
                  </a:cubicBezTo>
                  <a:cubicBezTo>
                    <a:pt x="471" y="8049"/>
                    <a:pt x="489" y="8450"/>
                    <a:pt x="437" y="8833"/>
                  </a:cubicBezTo>
                  <a:cubicBezTo>
                    <a:pt x="367" y="9600"/>
                    <a:pt x="1709" y="10646"/>
                    <a:pt x="2877" y="11779"/>
                  </a:cubicBezTo>
                  <a:cubicBezTo>
                    <a:pt x="3574" y="12459"/>
                    <a:pt x="4237" y="13174"/>
                    <a:pt x="4847" y="13923"/>
                  </a:cubicBezTo>
                  <a:lnTo>
                    <a:pt x="8472" y="10106"/>
                  </a:lnTo>
                  <a:cubicBezTo>
                    <a:pt x="8472" y="10106"/>
                    <a:pt x="7705" y="6619"/>
                    <a:pt x="7479" y="5312"/>
                  </a:cubicBezTo>
                  <a:cubicBezTo>
                    <a:pt x="7276" y="4063"/>
                    <a:pt x="6812" y="0"/>
                    <a:pt x="578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106"/>
            <p:cNvSpPr/>
            <p:nvPr/>
          </p:nvSpPr>
          <p:spPr>
            <a:xfrm>
              <a:off x="1488800" y="3412450"/>
              <a:ext cx="676350" cy="507550"/>
            </a:xfrm>
            <a:custGeom>
              <a:rect b="b" l="l" r="r" t="t"/>
              <a:pathLst>
                <a:path extrusionOk="0" h="20302" w="27054">
                  <a:moveTo>
                    <a:pt x="3626" y="0"/>
                  </a:moveTo>
                  <a:lnTo>
                    <a:pt x="1" y="3800"/>
                  </a:lnTo>
                  <a:cubicBezTo>
                    <a:pt x="1" y="3800"/>
                    <a:pt x="8173" y="20301"/>
                    <a:pt x="18573" y="20301"/>
                  </a:cubicBezTo>
                  <a:cubicBezTo>
                    <a:pt x="19168" y="20301"/>
                    <a:pt x="19770" y="20247"/>
                    <a:pt x="20378" y="20133"/>
                  </a:cubicBezTo>
                  <a:lnTo>
                    <a:pt x="27054" y="13858"/>
                  </a:lnTo>
                  <a:lnTo>
                    <a:pt x="21894" y="1778"/>
                  </a:lnTo>
                  <a:lnTo>
                    <a:pt x="15724" y="9971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106"/>
            <p:cNvSpPr/>
            <p:nvPr/>
          </p:nvSpPr>
          <p:spPr>
            <a:xfrm>
              <a:off x="2922075" y="3826875"/>
              <a:ext cx="180000" cy="213550"/>
            </a:xfrm>
            <a:custGeom>
              <a:rect b="b" l="l" r="r" t="t"/>
              <a:pathLst>
                <a:path extrusionOk="0" h="8542" w="7200">
                  <a:moveTo>
                    <a:pt x="1" y="0"/>
                  </a:moveTo>
                  <a:lnTo>
                    <a:pt x="2459" y="8541"/>
                  </a:lnTo>
                  <a:cubicBezTo>
                    <a:pt x="2459" y="8541"/>
                    <a:pt x="6607" y="6258"/>
                    <a:pt x="7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106"/>
            <p:cNvSpPr/>
            <p:nvPr/>
          </p:nvSpPr>
          <p:spPr>
            <a:xfrm>
              <a:off x="2958250" y="3174950"/>
              <a:ext cx="182175" cy="683325"/>
            </a:xfrm>
            <a:custGeom>
              <a:rect b="b" l="l" r="r" t="t"/>
              <a:pathLst>
                <a:path extrusionOk="0" h="27333" w="7287">
                  <a:moveTo>
                    <a:pt x="1081" y="0"/>
                  </a:moveTo>
                  <a:lnTo>
                    <a:pt x="1" y="27332"/>
                  </a:lnTo>
                  <a:lnTo>
                    <a:pt x="7287" y="26321"/>
                  </a:lnTo>
                  <a:cubicBezTo>
                    <a:pt x="7287" y="26321"/>
                    <a:pt x="6938" y="19140"/>
                    <a:pt x="5753" y="11278"/>
                  </a:cubicBezTo>
                  <a:cubicBezTo>
                    <a:pt x="4568" y="3399"/>
                    <a:pt x="1081" y="0"/>
                    <a:pt x="10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106"/>
            <p:cNvSpPr/>
            <p:nvPr/>
          </p:nvSpPr>
          <p:spPr>
            <a:xfrm>
              <a:off x="1829150" y="3223300"/>
              <a:ext cx="513800" cy="711225"/>
            </a:xfrm>
            <a:custGeom>
              <a:rect b="b" l="l" r="r" t="t"/>
              <a:pathLst>
                <a:path extrusionOk="0" h="28449" w="20552">
                  <a:moveTo>
                    <a:pt x="15218" y="1"/>
                  </a:moveTo>
                  <a:cubicBezTo>
                    <a:pt x="15061" y="18"/>
                    <a:pt x="14922" y="53"/>
                    <a:pt x="14782" y="106"/>
                  </a:cubicBezTo>
                  <a:cubicBezTo>
                    <a:pt x="10372" y="1552"/>
                    <a:pt x="0" y="15515"/>
                    <a:pt x="0" y="15515"/>
                  </a:cubicBezTo>
                  <a:lnTo>
                    <a:pt x="6433" y="28449"/>
                  </a:lnTo>
                  <a:lnTo>
                    <a:pt x="13963" y="22539"/>
                  </a:lnTo>
                  <a:lnTo>
                    <a:pt x="14015" y="22853"/>
                  </a:lnTo>
                  <a:lnTo>
                    <a:pt x="14608" y="26984"/>
                  </a:lnTo>
                  <a:lnTo>
                    <a:pt x="14643" y="27176"/>
                  </a:lnTo>
                  <a:lnTo>
                    <a:pt x="15322" y="27438"/>
                  </a:lnTo>
                  <a:lnTo>
                    <a:pt x="15532" y="27141"/>
                  </a:lnTo>
                  <a:lnTo>
                    <a:pt x="16978" y="25241"/>
                  </a:lnTo>
                  <a:lnTo>
                    <a:pt x="18687" y="23045"/>
                  </a:lnTo>
                  <a:lnTo>
                    <a:pt x="20552" y="12377"/>
                  </a:lnTo>
                  <a:lnTo>
                    <a:pt x="152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106"/>
            <p:cNvSpPr/>
            <p:nvPr/>
          </p:nvSpPr>
          <p:spPr>
            <a:xfrm>
              <a:off x="2195200" y="3084000"/>
              <a:ext cx="856325" cy="1210050"/>
            </a:xfrm>
            <a:custGeom>
              <a:rect b="b" l="l" r="r" t="t"/>
              <a:pathLst>
                <a:path extrusionOk="0" h="48402" w="34253">
                  <a:moveTo>
                    <a:pt x="16913" y="0"/>
                  </a:moveTo>
                  <a:cubicBezTo>
                    <a:pt x="15173" y="0"/>
                    <a:pt x="13303" y="109"/>
                    <a:pt x="11313" y="361"/>
                  </a:cubicBezTo>
                  <a:cubicBezTo>
                    <a:pt x="11313" y="361"/>
                    <a:pt x="3278" y="2801"/>
                    <a:pt x="105" y="5556"/>
                  </a:cubicBezTo>
                  <a:cubicBezTo>
                    <a:pt x="105" y="5556"/>
                    <a:pt x="123" y="5590"/>
                    <a:pt x="140" y="5660"/>
                  </a:cubicBezTo>
                  <a:cubicBezTo>
                    <a:pt x="489" y="6828"/>
                    <a:pt x="3435" y="16816"/>
                    <a:pt x="3034" y="23022"/>
                  </a:cubicBezTo>
                  <a:cubicBezTo>
                    <a:pt x="2912" y="25288"/>
                    <a:pt x="2441" y="27519"/>
                    <a:pt x="1639" y="29628"/>
                  </a:cubicBezTo>
                  <a:cubicBezTo>
                    <a:pt x="1360" y="30395"/>
                    <a:pt x="1012" y="31145"/>
                    <a:pt x="593" y="31842"/>
                  </a:cubicBezTo>
                  <a:cubicBezTo>
                    <a:pt x="419" y="32173"/>
                    <a:pt x="227" y="32487"/>
                    <a:pt x="1" y="32783"/>
                  </a:cubicBezTo>
                  <a:lnTo>
                    <a:pt x="70" y="34195"/>
                  </a:lnTo>
                  <a:lnTo>
                    <a:pt x="280" y="38535"/>
                  </a:lnTo>
                  <a:lnTo>
                    <a:pt x="419" y="41411"/>
                  </a:lnTo>
                  <a:lnTo>
                    <a:pt x="646" y="45769"/>
                  </a:lnTo>
                  <a:lnTo>
                    <a:pt x="768" y="48332"/>
                  </a:lnTo>
                  <a:lnTo>
                    <a:pt x="6258" y="48332"/>
                  </a:lnTo>
                  <a:lnTo>
                    <a:pt x="32632" y="48401"/>
                  </a:lnTo>
                  <a:cubicBezTo>
                    <a:pt x="32632" y="48401"/>
                    <a:pt x="32649" y="47460"/>
                    <a:pt x="32684" y="45891"/>
                  </a:cubicBezTo>
                  <a:cubicBezTo>
                    <a:pt x="32702" y="44549"/>
                    <a:pt x="32736" y="42771"/>
                    <a:pt x="32789" y="40749"/>
                  </a:cubicBezTo>
                  <a:cubicBezTo>
                    <a:pt x="32789" y="40087"/>
                    <a:pt x="32806" y="39389"/>
                    <a:pt x="32824" y="38692"/>
                  </a:cubicBezTo>
                  <a:cubicBezTo>
                    <a:pt x="32858" y="37036"/>
                    <a:pt x="32911" y="35293"/>
                    <a:pt x="32946" y="33533"/>
                  </a:cubicBezTo>
                  <a:cubicBezTo>
                    <a:pt x="33120" y="26508"/>
                    <a:pt x="33364" y="19169"/>
                    <a:pt x="33660" y="16938"/>
                  </a:cubicBezTo>
                  <a:cubicBezTo>
                    <a:pt x="34253" y="12284"/>
                    <a:pt x="33242" y="5050"/>
                    <a:pt x="31725" y="3621"/>
                  </a:cubicBezTo>
                  <a:cubicBezTo>
                    <a:pt x="30473" y="2440"/>
                    <a:pt x="25156" y="0"/>
                    <a:pt x="16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106"/>
            <p:cNvSpPr/>
            <p:nvPr/>
          </p:nvSpPr>
          <p:spPr>
            <a:xfrm>
              <a:off x="2196500" y="3922300"/>
              <a:ext cx="822350" cy="142650"/>
            </a:xfrm>
            <a:custGeom>
              <a:rect b="b" l="l" r="r" t="t"/>
              <a:pathLst>
                <a:path extrusionOk="0" h="5706" w="32894">
                  <a:moveTo>
                    <a:pt x="32894" y="1"/>
                  </a:moveTo>
                  <a:lnTo>
                    <a:pt x="32894" y="1"/>
                  </a:lnTo>
                  <a:cubicBezTo>
                    <a:pt x="28057" y="968"/>
                    <a:pt x="21755" y="1261"/>
                    <a:pt x="15903" y="1261"/>
                  </a:cubicBezTo>
                  <a:cubicBezTo>
                    <a:pt x="8786" y="1261"/>
                    <a:pt x="2335" y="827"/>
                    <a:pt x="1" y="646"/>
                  </a:cubicBezTo>
                  <a:lnTo>
                    <a:pt x="1" y="646"/>
                  </a:lnTo>
                  <a:lnTo>
                    <a:pt x="228" y="4986"/>
                  </a:lnTo>
                  <a:cubicBezTo>
                    <a:pt x="3601" y="5528"/>
                    <a:pt x="8710" y="5705"/>
                    <a:pt x="13959" y="5705"/>
                  </a:cubicBezTo>
                  <a:cubicBezTo>
                    <a:pt x="21540" y="5705"/>
                    <a:pt x="29414" y="5335"/>
                    <a:pt x="32772" y="5160"/>
                  </a:cubicBezTo>
                  <a:cubicBezTo>
                    <a:pt x="32806" y="3504"/>
                    <a:pt x="32859" y="1761"/>
                    <a:pt x="32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106"/>
            <p:cNvSpPr/>
            <p:nvPr/>
          </p:nvSpPr>
          <p:spPr>
            <a:xfrm>
              <a:off x="2205225" y="4113600"/>
              <a:ext cx="809700" cy="131125"/>
            </a:xfrm>
            <a:custGeom>
              <a:rect b="b" l="l" r="r" t="t"/>
              <a:pathLst>
                <a:path extrusionOk="0" h="5245" w="32388">
                  <a:moveTo>
                    <a:pt x="32388" y="1"/>
                  </a:moveTo>
                  <a:lnTo>
                    <a:pt x="32388" y="1"/>
                  </a:lnTo>
                  <a:cubicBezTo>
                    <a:pt x="27857" y="530"/>
                    <a:pt x="22060" y="705"/>
                    <a:pt x="16558" y="705"/>
                  </a:cubicBezTo>
                  <a:cubicBezTo>
                    <a:pt x="9380" y="705"/>
                    <a:pt x="2704" y="407"/>
                    <a:pt x="1" y="210"/>
                  </a:cubicBezTo>
                  <a:lnTo>
                    <a:pt x="1" y="210"/>
                  </a:lnTo>
                  <a:lnTo>
                    <a:pt x="227" y="4568"/>
                  </a:lnTo>
                  <a:cubicBezTo>
                    <a:pt x="3612" y="5077"/>
                    <a:pt x="8573" y="5245"/>
                    <a:pt x="13660" y="5245"/>
                  </a:cubicBezTo>
                  <a:cubicBezTo>
                    <a:pt x="21121" y="5245"/>
                    <a:pt x="28853" y="4883"/>
                    <a:pt x="32283" y="4707"/>
                  </a:cubicBezTo>
                  <a:cubicBezTo>
                    <a:pt x="32301" y="3365"/>
                    <a:pt x="32335" y="2040"/>
                    <a:pt x="32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106"/>
            <p:cNvSpPr/>
            <p:nvPr/>
          </p:nvSpPr>
          <p:spPr>
            <a:xfrm>
              <a:off x="2178200" y="3786775"/>
              <a:ext cx="173475" cy="505525"/>
            </a:xfrm>
            <a:custGeom>
              <a:rect b="b" l="l" r="r" t="t"/>
              <a:pathLst>
                <a:path extrusionOk="0" h="20221" w="6939">
                  <a:moveTo>
                    <a:pt x="1" y="0"/>
                  </a:moveTo>
                  <a:lnTo>
                    <a:pt x="36" y="314"/>
                  </a:lnTo>
                  <a:lnTo>
                    <a:pt x="663" y="4637"/>
                  </a:lnTo>
                  <a:lnTo>
                    <a:pt x="733" y="6067"/>
                  </a:lnTo>
                  <a:lnTo>
                    <a:pt x="960" y="10407"/>
                  </a:lnTo>
                  <a:lnTo>
                    <a:pt x="1099" y="13283"/>
                  </a:lnTo>
                  <a:lnTo>
                    <a:pt x="1308" y="17641"/>
                  </a:lnTo>
                  <a:lnTo>
                    <a:pt x="1430" y="20203"/>
                  </a:lnTo>
                  <a:lnTo>
                    <a:pt x="3836" y="20221"/>
                  </a:lnTo>
                  <a:lnTo>
                    <a:pt x="6938" y="20221"/>
                  </a:lnTo>
                  <a:lnTo>
                    <a:pt x="1570" y="4602"/>
                  </a:lnTo>
                  <a:lnTo>
                    <a:pt x="1273" y="37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106"/>
            <p:cNvSpPr/>
            <p:nvPr/>
          </p:nvSpPr>
          <p:spPr>
            <a:xfrm>
              <a:off x="2178200" y="3758025"/>
              <a:ext cx="43175" cy="139900"/>
            </a:xfrm>
            <a:custGeom>
              <a:rect b="b" l="l" r="r" t="t"/>
              <a:pathLst>
                <a:path extrusionOk="0" h="5596" w="1727">
                  <a:moveTo>
                    <a:pt x="1726" y="0"/>
                  </a:moveTo>
                  <a:lnTo>
                    <a:pt x="1" y="1150"/>
                  </a:lnTo>
                  <a:lnTo>
                    <a:pt x="36" y="1464"/>
                  </a:lnTo>
                  <a:lnTo>
                    <a:pt x="646" y="5595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106"/>
            <p:cNvSpPr/>
            <p:nvPr/>
          </p:nvSpPr>
          <p:spPr>
            <a:xfrm>
              <a:off x="2155975" y="2529125"/>
              <a:ext cx="828450" cy="790150"/>
            </a:xfrm>
            <a:custGeom>
              <a:rect b="b" l="l" r="r" t="t"/>
              <a:pathLst>
                <a:path extrusionOk="0" h="31606" w="33138">
                  <a:moveTo>
                    <a:pt x="19315" y="0"/>
                  </a:moveTo>
                  <a:cubicBezTo>
                    <a:pt x="18565" y="0"/>
                    <a:pt x="17833" y="87"/>
                    <a:pt x="17118" y="262"/>
                  </a:cubicBezTo>
                  <a:cubicBezTo>
                    <a:pt x="16996" y="279"/>
                    <a:pt x="16857" y="314"/>
                    <a:pt x="16735" y="349"/>
                  </a:cubicBezTo>
                  <a:cubicBezTo>
                    <a:pt x="15846" y="593"/>
                    <a:pt x="15009" y="959"/>
                    <a:pt x="14207" y="1429"/>
                  </a:cubicBezTo>
                  <a:cubicBezTo>
                    <a:pt x="13946" y="1586"/>
                    <a:pt x="13684" y="1743"/>
                    <a:pt x="13423" y="1935"/>
                  </a:cubicBezTo>
                  <a:cubicBezTo>
                    <a:pt x="11680" y="3155"/>
                    <a:pt x="10233" y="4724"/>
                    <a:pt x="9170" y="6572"/>
                  </a:cubicBezTo>
                  <a:cubicBezTo>
                    <a:pt x="8455" y="7792"/>
                    <a:pt x="7880" y="9082"/>
                    <a:pt x="7444" y="10441"/>
                  </a:cubicBezTo>
                  <a:cubicBezTo>
                    <a:pt x="7304" y="10895"/>
                    <a:pt x="7182" y="11348"/>
                    <a:pt x="7060" y="11801"/>
                  </a:cubicBezTo>
                  <a:cubicBezTo>
                    <a:pt x="6520" y="13962"/>
                    <a:pt x="6729" y="16333"/>
                    <a:pt x="5317" y="18146"/>
                  </a:cubicBezTo>
                  <a:cubicBezTo>
                    <a:pt x="4115" y="19662"/>
                    <a:pt x="2319" y="20621"/>
                    <a:pt x="1238" y="22225"/>
                  </a:cubicBezTo>
                  <a:cubicBezTo>
                    <a:pt x="36" y="23968"/>
                    <a:pt x="1" y="26199"/>
                    <a:pt x="262" y="28204"/>
                  </a:cubicBezTo>
                  <a:cubicBezTo>
                    <a:pt x="262" y="28396"/>
                    <a:pt x="332" y="28570"/>
                    <a:pt x="419" y="28744"/>
                  </a:cubicBezTo>
                  <a:cubicBezTo>
                    <a:pt x="593" y="28936"/>
                    <a:pt x="838" y="29093"/>
                    <a:pt x="1116" y="29145"/>
                  </a:cubicBezTo>
                  <a:lnTo>
                    <a:pt x="1273" y="29180"/>
                  </a:lnTo>
                  <a:cubicBezTo>
                    <a:pt x="1866" y="29372"/>
                    <a:pt x="2476" y="29546"/>
                    <a:pt x="3069" y="29703"/>
                  </a:cubicBezTo>
                  <a:lnTo>
                    <a:pt x="3104" y="29720"/>
                  </a:lnTo>
                  <a:cubicBezTo>
                    <a:pt x="3121" y="29651"/>
                    <a:pt x="3138" y="29581"/>
                    <a:pt x="3138" y="29494"/>
                  </a:cubicBezTo>
                  <a:cubicBezTo>
                    <a:pt x="3278" y="28134"/>
                    <a:pt x="3714" y="26827"/>
                    <a:pt x="4446" y="25676"/>
                  </a:cubicBezTo>
                  <a:lnTo>
                    <a:pt x="4446" y="25676"/>
                  </a:lnTo>
                  <a:cubicBezTo>
                    <a:pt x="4411" y="26286"/>
                    <a:pt x="4481" y="26687"/>
                    <a:pt x="4498" y="27315"/>
                  </a:cubicBezTo>
                  <a:cubicBezTo>
                    <a:pt x="4515" y="28291"/>
                    <a:pt x="4655" y="29250"/>
                    <a:pt x="4934" y="30191"/>
                  </a:cubicBezTo>
                  <a:cubicBezTo>
                    <a:pt x="7060" y="30696"/>
                    <a:pt x="9204" y="31080"/>
                    <a:pt x="11383" y="31324"/>
                  </a:cubicBezTo>
                  <a:cubicBezTo>
                    <a:pt x="11436" y="31324"/>
                    <a:pt x="11488" y="31341"/>
                    <a:pt x="11540" y="31341"/>
                  </a:cubicBezTo>
                  <a:cubicBezTo>
                    <a:pt x="12917" y="31498"/>
                    <a:pt x="14294" y="31568"/>
                    <a:pt x="15671" y="31603"/>
                  </a:cubicBezTo>
                  <a:lnTo>
                    <a:pt x="15811" y="31603"/>
                  </a:lnTo>
                  <a:cubicBezTo>
                    <a:pt x="15967" y="31605"/>
                    <a:pt x="16123" y="31606"/>
                    <a:pt x="16279" y="31606"/>
                  </a:cubicBezTo>
                  <a:cubicBezTo>
                    <a:pt x="18775" y="31606"/>
                    <a:pt x="21282" y="31344"/>
                    <a:pt x="23742" y="30836"/>
                  </a:cubicBezTo>
                  <a:lnTo>
                    <a:pt x="23899" y="30801"/>
                  </a:lnTo>
                  <a:cubicBezTo>
                    <a:pt x="24980" y="30574"/>
                    <a:pt x="26043" y="30278"/>
                    <a:pt x="27071" y="29929"/>
                  </a:cubicBezTo>
                  <a:lnTo>
                    <a:pt x="27228" y="29877"/>
                  </a:lnTo>
                  <a:cubicBezTo>
                    <a:pt x="28205" y="29546"/>
                    <a:pt x="29181" y="29162"/>
                    <a:pt x="30105" y="28727"/>
                  </a:cubicBezTo>
                  <a:cubicBezTo>
                    <a:pt x="30174" y="27907"/>
                    <a:pt x="30105" y="27106"/>
                    <a:pt x="29895" y="26321"/>
                  </a:cubicBezTo>
                  <a:cubicBezTo>
                    <a:pt x="29634" y="25293"/>
                    <a:pt x="29303" y="24282"/>
                    <a:pt x="28884" y="23306"/>
                  </a:cubicBezTo>
                  <a:lnTo>
                    <a:pt x="28884" y="23306"/>
                  </a:lnTo>
                  <a:cubicBezTo>
                    <a:pt x="30139" y="24630"/>
                    <a:pt x="31046" y="26234"/>
                    <a:pt x="31534" y="27977"/>
                  </a:cubicBezTo>
                  <a:cubicBezTo>
                    <a:pt x="31795" y="27838"/>
                    <a:pt x="32039" y="27681"/>
                    <a:pt x="32301" y="27524"/>
                  </a:cubicBezTo>
                  <a:cubicBezTo>
                    <a:pt x="32545" y="27384"/>
                    <a:pt x="32754" y="27193"/>
                    <a:pt x="32928" y="26966"/>
                  </a:cubicBezTo>
                  <a:cubicBezTo>
                    <a:pt x="32946" y="26949"/>
                    <a:pt x="32946" y="26914"/>
                    <a:pt x="32963" y="26896"/>
                  </a:cubicBezTo>
                  <a:cubicBezTo>
                    <a:pt x="33016" y="26757"/>
                    <a:pt x="33068" y="26635"/>
                    <a:pt x="33085" y="26496"/>
                  </a:cubicBezTo>
                  <a:cubicBezTo>
                    <a:pt x="33085" y="26391"/>
                    <a:pt x="33103" y="26304"/>
                    <a:pt x="33103" y="26199"/>
                  </a:cubicBezTo>
                  <a:cubicBezTo>
                    <a:pt x="33138" y="25467"/>
                    <a:pt x="32998" y="24752"/>
                    <a:pt x="32719" y="24090"/>
                  </a:cubicBezTo>
                  <a:cubicBezTo>
                    <a:pt x="32632" y="23898"/>
                    <a:pt x="32527" y="23707"/>
                    <a:pt x="32423" y="23515"/>
                  </a:cubicBezTo>
                  <a:cubicBezTo>
                    <a:pt x="31569" y="22051"/>
                    <a:pt x="30174" y="20900"/>
                    <a:pt x="29582" y="18599"/>
                  </a:cubicBezTo>
                  <a:cubicBezTo>
                    <a:pt x="29547" y="18442"/>
                    <a:pt x="29512" y="18285"/>
                    <a:pt x="29477" y="18146"/>
                  </a:cubicBezTo>
                  <a:cubicBezTo>
                    <a:pt x="29460" y="18059"/>
                    <a:pt x="29442" y="17972"/>
                    <a:pt x="29442" y="17885"/>
                  </a:cubicBezTo>
                  <a:cubicBezTo>
                    <a:pt x="29407" y="17675"/>
                    <a:pt x="29372" y="17484"/>
                    <a:pt x="29355" y="17274"/>
                  </a:cubicBezTo>
                  <a:cubicBezTo>
                    <a:pt x="29163" y="15601"/>
                    <a:pt x="29372" y="13980"/>
                    <a:pt x="29407" y="12237"/>
                  </a:cubicBezTo>
                  <a:lnTo>
                    <a:pt x="29407" y="11888"/>
                  </a:lnTo>
                  <a:lnTo>
                    <a:pt x="29407" y="11470"/>
                  </a:lnTo>
                  <a:cubicBezTo>
                    <a:pt x="29390" y="9273"/>
                    <a:pt x="29250" y="7077"/>
                    <a:pt x="28396" y="5020"/>
                  </a:cubicBezTo>
                  <a:cubicBezTo>
                    <a:pt x="27734" y="3434"/>
                    <a:pt x="26444" y="2214"/>
                    <a:pt x="24893" y="1377"/>
                  </a:cubicBezTo>
                  <a:lnTo>
                    <a:pt x="24788" y="1307"/>
                  </a:lnTo>
                  <a:cubicBezTo>
                    <a:pt x="24352" y="1081"/>
                    <a:pt x="23916" y="889"/>
                    <a:pt x="23481" y="715"/>
                  </a:cubicBezTo>
                  <a:lnTo>
                    <a:pt x="23341" y="680"/>
                  </a:lnTo>
                  <a:cubicBezTo>
                    <a:pt x="23027" y="558"/>
                    <a:pt x="22696" y="453"/>
                    <a:pt x="22365" y="366"/>
                  </a:cubicBezTo>
                  <a:lnTo>
                    <a:pt x="22226" y="331"/>
                  </a:lnTo>
                  <a:cubicBezTo>
                    <a:pt x="22034" y="296"/>
                    <a:pt x="21860" y="244"/>
                    <a:pt x="21668" y="209"/>
                  </a:cubicBezTo>
                  <a:cubicBezTo>
                    <a:pt x="21616" y="192"/>
                    <a:pt x="21563" y="174"/>
                    <a:pt x="21511" y="174"/>
                  </a:cubicBezTo>
                  <a:cubicBezTo>
                    <a:pt x="21127" y="105"/>
                    <a:pt x="20744" y="52"/>
                    <a:pt x="20343" y="18"/>
                  </a:cubicBezTo>
                  <a:cubicBezTo>
                    <a:pt x="20320" y="18"/>
                    <a:pt x="20297" y="25"/>
                    <a:pt x="20263" y="25"/>
                  </a:cubicBezTo>
                  <a:cubicBezTo>
                    <a:pt x="20246" y="25"/>
                    <a:pt x="20227" y="23"/>
                    <a:pt x="20204" y="18"/>
                  </a:cubicBezTo>
                  <a:cubicBezTo>
                    <a:pt x="20134" y="0"/>
                    <a:pt x="20064" y="0"/>
                    <a:pt x="19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106"/>
            <p:cNvSpPr/>
            <p:nvPr/>
          </p:nvSpPr>
          <p:spPr>
            <a:xfrm>
              <a:off x="2160775" y="2564850"/>
              <a:ext cx="350400" cy="694225"/>
            </a:xfrm>
            <a:custGeom>
              <a:rect b="b" l="l" r="r" t="t"/>
              <a:pathLst>
                <a:path extrusionOk="0" h="27769" w="14016">
                  <a:moveTo>
                    <a:pt x="14015" y="0"/>
                  </a:moveTo>
                  <a:lnTo>
                    <a:pt x="14015" y="0"/>
                  </a:lnTo>
                  <a:cubicBezTo>
                    <a:pt x="13736" y="157"/>
                    <a:pt x="13475" y="332"/>
                    <a:pt x="13213" y="506"/>
                  </a:cubicBezTo>
                  <a:cubicBezTo>
                    <a:pt x="11714" y="1883"/>
                    <a:pt x="10512" y="3574"/>
                    <a:pt x="9727" y="5456"/>
                  </a:cubicBezTo>
                  <a:cubicBezTo>
                    <a:pt x="8890" y="7444"/>
                    <a:pt x="8559" y="9605"/>
                    <a:pt x="8350" y="11261"/>
                  </a:cubicBezTo>
                  <a:lnTo>
                    <a:pt x="8298" y="11644"/>
                  </a:lnTo>
                  <a:cubicBezTo>
                    <a:pt x="8106" y="13213"/>
                    <a:pt x="7914" y="14817"/>
                    <a:pt x="7060" y="16124"/>
                  </a:cubicBezTo>
                  <a:cubicBezTo>
                    <a:pt x="6398" y="17153"/>
                    <a:pt x="5387" y="17902"/>
                    <a:pt x="4411" y="18634"/>
                  </a:cubicBezTo>
                  <a:cubicBezTo>
                    <a:pt x="3661" y="19157"/>
                    <a:pt x="2964" y="19750"/>
                    <a:pt x="2336" y="20395"/>
                  </a:cubicBezTo>
                  <a:cubicBezTo>
                    <a:pt x="558" y="22400"/>
                    <a:pt x="1" y="25206"/>
                    <a:pt x="907" y="27716"/>
                  </a:cubicBezTo>
                  <a:lnTo>
                    <a:pt x="1064" y="27768"/>
                  </a:lnTo>
                  <a:cubicBezTo>
                    <a:pt x="140" y="25276"/>
                    <a:pt x="663" y="22469"/>
                    <a:pt x="2423" y="20482"/>
                  </a:cubicBezTo>
                  <a:cubicBezTo>
                    <a:pt x="3068" y="19837"/>
                    <a:pt x="3748" y="19262"/>
                    <a:pt x="4498" y="18739"/>
                  </a:cubicBezTo>
                  <a:cubicBezTo>
                    <a:pt x="5474" y="18007"/>
                    <a:pt x="6502" y="17240"/>
                    <a:pt x="7182" y="16194"/>
                  </a:cubicBezTo>
                  <a:cubicBezTo>
                    <a:pt x="8054" y="14869"/>
                    <a:pt x="8246" y="13231"/>
                    <a:pt x="8437" y="11662"/>
                  </a:cubicBezTo>
                  <a:lnTo>
                    <a:pt x="8472" y="11278"/>
                  </a:lnTo>
                  <a:cubicBezTo>
                    <a:pt x="8681" y="9622"/>
                    <a:pt x="9012" y="7478"/>
                    <a:pt x="9849" y="5509"/>
                  </a:cubicBezTo>
                  <a:cubicBezTo>
                    <a:pt x="10756" y="3347"/>
                    <a:pt x="12185" y="1465"/>
                    <a:pt x="1401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106"/>
            <p:cNvSpPr/>
            <p:nvPr/>
          </p:nvSpPr>
          <p:spPr>
            <a:xfrm>
              <a:off x="2206975" y="2535650"/>
              <a:ext cx="376975" cy="736500"/>
            </a:xfrm>
            <a:custGeom>
              <a:rect b="b" l="l" r="r" t="t"/>
              <a:pathLst>
                <a:path extrusionOk="0" h="29460" w="15079">
                  <a:moveTo>
                    <a:pt x="15078" y="1"/>
                  </a:moveTo>
                  <a:lnTo>
                    <a:pt x="15078" y="1"/>
                  </a:lnTo>
                  <a:cubicBezTo>
                    <a:pt x="14956" y="18"/>
                    <a:pt x="14834" y="53"/>
                    <a:pt x="14695" y="88"/>
                  </a:cubicBezTo>
                  <a:cubicBezTo>
                    <a:pt x="11121" y="2546"/>
                    <a:pt x="8698" y="6572"/>
                    <a:pt x="8420" y="10843"/>
                  </a:cubicBezTo>
                  <a:cubicBezTo>
                    <a:pt x="8385" y="11139"/>
                    <a:pt x="8385" y="11435"/>
                    <a:pt x="8367" y="11732"/>
                  </a:cubicBezTo>
                  <a:cubicBezTo>
                    <a:pt x="8367" y="12516"/>
                    <a:pt x="8280" y="13283"/>
                    <a:pt x="8123" y="14033"/>
                  </a:cubicBezTo>
                  <a:cubicBezTo>
                    <a:pt x="7670" y="15741"/>
                    <a:pt x="6398" y="17118"/>
                    <a:pt x="5212" y="18251"/>
                  </a:cubicBezTo>
                  <a:cubicBezTo>
                    <a:pt x="4968" y="18478"/>
                    <a:pt x="4724" y="18704"/>
                    <a:pt x="4480" y="18913"/>
                  </a:cubicBezTo>
                  <a:cubicBezTo>
                    <a:pt x="3434" y="19872"/>
                    <a:pt x="2371" y="20848"/>
                    <a:pt x="1604" y="22051"/>
                  </a:cubicBezTo>
                  <a:cubicBezTo>
                    <a:pt x="227" y="24265"/>
                    <a:pt x="0" y="27036"/>
                    <a:pt x="1011" y="29459"/>
                  </a:cubicBezTo>
                  <a:lnTo>
                    <a:pt x="1046" y="29459"/>
                  </a:lnTo>
                  <a:cubicBezTo>
                    <a:pt x="1064" y="29390"/>
                    <a:pt x="1081" y="29320"/>
                    <a:pt x="1081" y="29250"/>
                  </a:cubicBezTo>
                  <a:cubicBezTo>
                    <a:pt x="157" y="26897"/>
                    <a:pt x="384" y="24247"/>
                    <a:pt x="1726" y="22121"/>
                  </a:cubicBezTo>
                  <a:cubicBezTo>
                    <a:pt x="2475" y="20935"/>
                    <a:pt x="3539" y="19959"/>
                    <a:pt x="4567" y="19018"/>
                  </a:cubicBezTo>
                  <a:cubicBezTo>
                    <a:pt x="4829" y="18791"/>
                    <a:pt x="5073" y="18565"/>
                    <a:pt x="5317" y="18338"/>
                  </a:cubicBezTo>
                  <a:cubicBezTo>
                    <a:pt x="6502" y="17205"/>
                    <a:pt x="7792" y="15811"/>
                    <a:pt x="8245" y="14068"/>
                  </a:cubicBezTo>
                  <a:cubicBezTo>
                    <a:pt x="8420" y="13301"/>
                    <a:pt x="8507" y="12516"/>
                    <a:pt x="8507" y="11749"/>
                  </a:cubicBezTo>
                  <a:cubicBezTo>
                    <a:pt x="8524" y="11453"/>
                    <a:pt x="8524" y="11139"/>
                    <a:pt x="8559" y="10860"/>
                  </a:cubicBezTo>
                  <a:cubicBezTo>
                    <a:pt x="8855" y="6520"/>
                    <a:pt x="11365" y="2406"/>
                    <a:pt x="15078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106"/>
            <p:cNvSpPr/>
            <p:nvPr/>
          </p:nvSpPr>
          <p:spPr>
            <a:xfrm>
              <a:off x="2434875" y="2529125"/>
              <a:ext cx="209650" cy="783975"/>
            </a:xfrm>
            <a:custGeom>
              <a:rect b="b" l="l" r="r" t="t"/>
              <a:pathLst>
                <a:path extrusionOk="0" h="31359" w="8386">
                  <a:moveTo>
                    <a:pt x="8159" y="0"/>
                  </a:moveTo>
                  <a:cubicBezTo>
                    <a:pt x="6084" y="1464"/>
                    <a:pt x="4376" y="3382"/>
                    <a:pt x="3138" y="5596"/>
                  </a:cubicBezTo>
                  <a:cubicBezTo>
                    <a:pt x="1587" y="8332"/>
                    <a:pt x="960" y="11470"/>
                    <a:pt x="1326" y="14590"/>
                  </a:cubicBezTo>
                  <a:cubicBezTo>
                    <a:pt x="1448" y="15514"/>
                    <a:pt x="1657" y="16473"/>
                    <a:pt x="1883" y="17379"/>
                  </a:cubicBezTo>
                  <a:cubicBezTo>
                    <a:pt x="2319" y="19296"/>
                    <a:pt x="2772" y="21284"/>
                    <a:pt x="2319" y="23201"/>
                  </a:cubicBezTo>
                  <a:cubicBezTo>
                    <a:pt x="2075" y="24107"/>
                    <a:pt x="1726" y="25014"/>
                    <a:pt x="1273" y="25851"/>
                  </a:cubicBezTo>
                  <a:cubicBezTo>
                    <a:pt x="820" y="26757"/>
                    <a:pt x="367" y="27716"/>
                    <a:pt x="175" y="28727"/>
                  </a:cubicBezTo>
                  <a:cubicBezTo>
                    <a:pt x="1" y="29581"/>
                    <a:pt x="18" y="30487"/>
                    <a:pt x="227" y="31341"/>
                  </a:cubicBezTo>
                  <a:cubicBezTo>
                    <a:pt x="280" y="31341"/>
                    <a:pt x="315" y="31359"/>
                    <a:pt x="367" y="31359"/>
                  </a:cubicBezTo>
                  <a:cubicBezTo>
                    <a:pt x="158" y="30505"/>
                    <a:pt x="123" y="29598"/>
                    <a:pt x="297" y="28744"/>
                  </a:cubicBezTo>
                  <a:cubicBezTo>
                    <a:pt x="489" y="27751"/>
                    <a:pt x="960" y="26809"/>
                    <a:pt x="1395" y="25903"/>
                  </a:cubicBezTo>
                  <a:cubicBezTo>
                    <a:pt x="1831" y="25049"/>
                    <a:pt x="2197" y="24142"/>
                    <a:pt x="2459" y="23218"/>
                  </a:cubicBezTo>
                  <a:cubicBezTo>
                    <a:pt x="2912" y="21266"/>
                    <a:pt x="2459" y="19279"/>
                    <a:pt x="2023" y="17344"/>
                  </a:cubicBezTo>
                  <a:cubicBezTo>
                    <a:pt x="1796" y="16438"/>
                    <a:pt x="1587" y="15496"/>
                    <a:pt x="1465" y="14555"/>
                  </a:cubicBezTo>
                  <a:cubicBezTo>
                    <a:pt x="1099" y="11470"/>
                    <a:pt x="1726" y="8350"/>
                    <a:pt x="3243" y="5648"/>
                  </a:cubicBezTo>
                  <a:cubicBezTo>
                    <a:pt x="4515" y="3399"/>
                    <a:pt x="6259" y="1464"/>
                    <a:pt x="8385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106"/>
            <p:cNvSpPr/>
            <p:nvPr/>
          </p:nvSpPr>
          <p:spPr>
            <a:xfrm>
              <a:off x="2482825" y="2529125"/>
              <a:ext cx="178700" cy="790075"/>
            </a:xfrm>
            <a:custGeom>
              <a:rect b="b" l="l" r="r" t="t"/>
              <a:pathLst>
                <a:path extrusionOk="0" h="31603" w="7148">
                  <a:moveTo>
                    <a:pt x="6938" y="0"/>
                  </a:moveTo>
                  <a:cubicBezTo>
                    <a:pt x="4707" y="1499"/>
                    <a:pt x="2824" y="3818"/>
                    <a:pt x="1517" y="6694"/>
                  </a:cubicBezTo>
                  <a:cubicBezTo>
                    <a:pt x="419" y="9134"/>
                    <a:pt x="0" y="11400"/>
                    <a:pt x="279" y="13422"/>
                  </a:cubicBezTo>
                  <a:cubicBezTo>
                    <a:pt x="506" y="15200"/>
                    <a:pt x="1290" y="16856"/>
                    <a:pt x="2040" y="18460"/>
                  </a:cubicBezTo>
                  <a:cubicBezTo>
                    <a:pt x="2667" y="19837"/>
                    <a:pt x="3330" y="21249"/>
                    <a:pt x="3661" y="22730"/>
                  </a:cubicBezTo>
                  <a:cubicBezTo>
                    <a:pt x="4323" y="25711"/>
                    <a:pt x="3591" y="28814"/>
                    <a:pt x="2597" y="31603"/>
                  </a:cubicBezTo>
                  <a:lnTo>
                    <a:pt x="2737" y="31603"/>
                  </a:lnTo>
                  <a:cubicBezTo>
                    <a:pt x="3731" y="28814"/>
                    <a:pt x="4445" y="25694"/>
                    <a:pt x="3783" y="22696"/>
                  </a:cubicBezTo>
                  <a:cubicBezTo>
                    <a:pt x="3452" y="21196"/>
                    <a:pt x="2789" y="19784"/>
                    <a:pt x="2144" y="18407"/>
                  </a:cubicBezTo>
                  <a:cubicBezTo>
                    <a:pt x="1395" y="16804"/>
                    <a:pt x="628" y="15148"/>
                    <a:pt x="384" y="13405"/>
                  </a:cubicBezTo>
                  <a:cubicBezTo>
                    <a:pt x="122" y="11418"/>
                    <a:pt x="541" y="9169"/>
                    <a:pt x="1621" y="6763"/>
                  </a:cubicBezTo>
                  <a:cubicBezTo>
                    <a:pt x="2946" y="3835"/>
                    <a:pt x="4864" y="1499"/>
                    <a:pt x="7147" y="18"/>
                  </a:cubicBezTo>
                  <a:cubicBezTo>
                    <a:pt x="7077" y="0"/>
                    <a:pt x="7008" y="0"/>
                    <a:pt x="6938" y="0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106"/>
            <p:cNvSpPr/>
            <p:nvPr/>
          </p:nvSpPr>
          <p:spPr>
            <a:xfrm>
              <a:off x="2623150" y="2533900"/>
              <a:ext cx="157775" cy="766125"/>
            </a:xfrm>
            <a:custGeom>
              <a:rect b="b" l="l" r="r" t="t"/>
              <a:pathLst>
                <a:path extrusionOk="0" h="30645" w="6311">
                  <a:moveTo>
                    <a:pt x="2824" y="1"/>
                  </a:moveTo>
                  <a:cubicBezTo>
                    <a:pt x="1464" y="1343"/>
                    <a:pt x="575" y="3086"/>
                    <a:pt x="262" y="4969"/>
                  </a:cubicBezTo>
                  <a:cubicBezTo>
                    <a:pt x="0" y="6660"/>
                    <a:pt x="192" y="8560"/>
                    <a:pt x="872" y="10616"/>
                  </a:cubicBezTo>
                  <a:cubicBezTo>
                    <a:pt x="1412" y="12150"/>
                    <a:pt x="2040" y="13632"/>
                    <a:pt x="2754" y="15079"/>
                  </a:cubicBezTo>
                  <a:cubicBezTo>
                    <a:pt x="2876" y="15358"/>
                    <a:pt x="3016" y="15619"/>
                    <a:pt x="3138" y="15881"/>
                  </a:cubicBezTo>
                  <a:cubicBezTo>
                    <a:pt x="4323" y="18426"/>
                    <a:pt x="5473" y="21180"/>
                    <a:pt x="5857" y="24056"/>
                  </a:cubicBezTo>
                  <a:cubicBezTo>
                    <a:pt x="6171" y="26461"/>
                    <a:pt x="5892" y="28745"/>
                    <a:pt x="5055" y="30645"/>
                  </a:cubicBezTo>
                  <a:lnTo>
                    <a:pt x="5229" y="30610"/>
                  </a:lnTo>
                  <a:cubicBezTo>
                    <a:pt x="6031" y="28693"/>
                    <a:pt x="6310" y="26427"/>
                    <a:pt x="5979" y="24038"/>
                  </a:cubicBezTo>
                  <a:cubicBezTo>
                    <a:pt x="5595" y="21145"/>
                    <a:pt x="4445" y="18391"/>
                    <a:pt x="3242" y="15828"/>
                  </a:cubicBezTo>
                  <a:lnTo>
                    <a:pt x="2876" y="15027"/>
                  </a:lnTo>
                  <a:cubicBezTo>
                    <a:pt x="2162" y="13580"/>
                    <a:pt x="1534" y="12098"/>
                    <a:pt x="994" y="10582"/>
                  </a:cubicBezTo>
                  <a:cubicBezTo>
                    <a:pt x="331" y="8542"/>
                    <a:pt x="122" y="6660"/>
                    <a:pt x="401" y="5004"/>
                  </a:cubicBezTo>
                  <a:cubicBezTo>
                    <a:pt x="697" y="3104"/>
                    <a:pt x="1621" y="1360"/>
                    <a:pt x="2998" y="36"/>
                  </a:cubicBezTo>
                  <a:cubicBezTo>
                    <a:pt x="2946" y="18"/>
                    <a:pt x="2876" y="1"/>
                    <a:pt x="2824" y="1"/>
                  </a:cubicBez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106"/>
            <p:cNvSpPr/>
            <p:nvPr/>
          </p:nvSpPr>
          <p:spPr>
            <a:xfrm>
              <a:off x="2644925" y="2537825"/>
              <a:ext cx="202225" cy="739550"/>
            </a:xfrm>
            <a:custGeom>
              <a:rect b="b" l="l" r="r" t="t"/>
              <a:pathLst>
                <a:path extrusionOk="0" h="29582" w="8089">
                  <a:moveTo>
                    <a:pt x="2685" y="1"/>
                  </a:moveTo>
                  <a:cubicBezTo>
                    <a:pt x="1796" y="1151"/>
                    <a:pt x="1081" y="2424"/>
                    <a:pt x="593" y="3801"/>
                  </a:cubicBezTo>
                  <a:cubicBezTo>
                    <a:pt x="210" y="4777"/>
                    <a:pt x="1" y="5823"/>
                    <a:pt x="1" y="6869"/>
                  </a:cubicBezTo>
                  <a:cubicBezTo>
                    <a:pt x="53" y="8594"/>
                    <a:pt x="785" y="10355"/>
                    <a:pt x="2336" y="12429"/>
                  </a:cubicBezTo>
                  <a:cubicBezTo>
                    <a:pt x="2720" y="12970"/>
                    <a:pt x="3138" y="13492"/>
                    <a:pt x="3539" y="13981"/>
                  </a:cubicBezTo>
                  <a:cubicBezTo>
                    <a:pt x="4393" y="15044"/>
                    <a:pt x="5282" y="16142"/>
                    <a:pt x="5945" y="17345"/>
                  </a:cubicBezTo>
                  <a:cubicBezTo>
                    <a:pt x="6781" y="18948"/>
                    <a:pt x="7357" y="20674"/>
                    <a:pt x="7601" y="22470"/>
                  </a:cubicBezTo>
                  <a:cubicBezTo>
                    <a:pt x="7967" y="24823"/>
                    <a:pt x="7932" y="27228"/>
                    <a:pt x="7513" y="29581"/>
                  </a:cubicBezTo>
                  <a:lnTo>
                    <a:pt x="7670" y="29529"/>
                  </a:lnTo>
                  <a:cubicBezTo>
                    <a:pt x="8071" y="27193"/>
                    <a:pt x="8089" y="24805"/>
                    <a:pt x="7740" y="22452"/>
                  </a:cubicBezTo>
                  <a:cubicBezTo>
                    <a:pt x="7479" y="20657"/>
                    <a:pt x="6921" y="18896"/>
                    <a:pt x="6067" y="17292"/>
                  </a:cubicBezTo>
                  <a:cubicBezTo>
                    <a:pt x="5387" y="16072"/>
                    <a:pt x="4498" y="14974"/>
                    <a:pt x="3644" y="13911"/>
                  </a:cubicBezTo>
                  <a:cubicBezTo>
                    <a:pt x="3243" y="13405"/>
                    <a:pt x="2824" y="12882"/>
                    <a:pt x="2424" y="12359"/>
                  </a:cubicBezTo>
                  <a:cubicBezTo>
                    <a:pt x="907" y="10303"/>
                    <a:pt x="175" y="8559"/>
                    <a:pt x="140" y="6869"/>
                  </a:cubicBezTo>
                  <a:cubicBezTo>
                    <a:pt x="140" y="5823"/>
                    <a:pt x="332" y="4794"/>
                    <a:pt x="715" y="3836"/>
                  </a:cubicBezTo>
                  <a:cubicBezTo>
                    <a:pt x="1203" y="2459"/>
                    <a:pt x="1918" y="1186"/>
                    <a:pt x="2824" y="36"/>
                  </a:cubicBezTo>
                  <a:lnTo>
                    <a:pt x="2685" y="1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106"/>
            <p:cNvSpPr/>
            <p:nvPr/>
          </p:nvSpPr>
          <p:spPr>
            <a:xfrm>
              <a:off x="2682400" y="2546550"/>
              <a:ext cx="210500" cy="436225"/>
            </a:xfrm>
            <a:custGeom>
              <a:rect b="b" l="l" r="r" t="t"/>
              <a:pathLst>
                <a:path extrusionOk="0" h="17449" w="8420">
                  <a:moveTo>
                    <a:pt x="2302" y="0"/>
                  </a:moveTo>
                  <a:cubicBezTo>
                    <a:pt x="53" y="3312"/>
                    <a:pt x="1" y="7635"/>
                    <a:pt x="2180" y="10999"/>
                  </a:cubicBezTo>
                  <a:cubicBezTo>
                    <a:pt x="3156" y="12499"/>
                    <a:pt x="4533" y="13736"/>
                    <a:pt x="5840" y="14921"/>
                  </a:cubicBezTo>
                  <a:cubicBezTo>
                    <a:pt x="6747" y="15706"/>
                    <a:pt x="7618" y="16543"/>
                    <a:pt x="8420" y="17449"/>
                  </a:cubicBezTo>
                  <a:cubicBezTo>
                    <a:pt x="8403" y="17362"/>
                    <a:pt x="8385" y="17275"/>
                    <a:pt x="8368" y="17188"/>
                  </a:cubicBezTo>
                  <a:cubicBezTo>
                    <a:pt x="7618" y="16351"/>
                    <a:pt x="6764" y="15566"/>
                    <a:pt x="5927" y="14817"/>
                  </a:cubicBezTo>
                  <a:cubicBezTo>
                    <a:pt x="4620" y="13632"/>
                    <a:pt x="3260" y="12411"/>
                    <a:pt x="2302" y="10912"/>
                  </a:cubicBezTo>
                  <a:cubicBezTo>
                    <a:pt x="1081" y="9030"/>
                    <a:pt x="541" y="6764"/>
                    <a:pt x="768" y="4532"/>
                  </a:cubicBezTo>
                  <a:cubicBezTo>
                    <a:pt x="959" y="2929"/>
                    <a:pt x="1517" y="1377"/>
                    <a:pt x="2424" y="35"/>
                  </a:cubicBezTo>
                  <a:lnTo>
                    <a:pt x="2302" y="0"/>
                  </a:lnTo>
                  <a:close/>
                </a:path>
              </a:pathLst>
            </a:custGeom>
            <a:solidFill>
              <a:srgbClr val="000000">
                <a:alpha val="32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106"/>
            <p:cNvSpPr/>
            <p:nvPr/>
          </p:nvSpPr>
          <p:spPr>
            <a:xfrm>
              <a:off x="2966100" y="3116975"/>
              <a:ext cx="17025" cy="84575"/>
            </a:xfrm>
            <a:custGeom>
              <a:rect b="b" l="l" r="r" t="t"/>
              <a:pathLst>
                <a:path extrusionOk="0" h="3383" w="681">
                  <a:moveTo>
                    <a:pt x="0" y="1"/>
                  </a:moveTo>
                  <a:lnTo>
                    <a:pt x="0" y="1"/>
                  </a:lnTo>
                  <a:cubicBezTo>
                    <a:pt x="332" y="1099"/>
                    <a:pt x="506" y="2232"/>
                    <a:pt x="558" y="3382"/>
                  </a:cubicBezTo>
                  <a:cubicBezTo>
                    <a:pt x="628" y="3243"/>
                    <a:pt x="663" y="3121"/>
                    <a:pt x="680" y="2982"/>
                  </a:cubicBezTo>
                  <a:cubicBezTo>
                    <a:pt x="611" y="2180"/>
                    <a:pt x="489" y="1360"/>
                    <a:pt x="297" y="576"/>
                  </a:cubicBezTo>
                  <a:cubicBezTo>
                    <a:pt x="210" y="384"/>
                    <a:pt x="122" y="175"/>
                    <a:pt x="0" y="1"/>
                  </a:cubicBez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106"/>
            <p:cNvSpPr/>
            <p:nvPr/>
          </p:nvSpPr>
          <p:spPr>
            <a:xfrm>
              <a:off x="2753000" y="2561800"/>
              <a:ext cx="138175" cy="258450"/>
            </a:xfrm>
            <a:custGeom>
              <a:rect b="b" l="l" r="r" t="t"/>
              <a:pathLst>
                <a:path extrusionOk="0" h="10338" w="5527">
                  <a:moveTo>
                    <a:pt x="907" y="0"/>
                  </a:moveTo>
                  <a:cubicBezTo>
                    <a:pt x="210" y="1447"/>
                    <a:pt x="1" y="2894"/>
                    <a:pt x="314" y="4149"/>
                  </a:cubicBezTo>
                  <a:cubicBezTo>
                    <a:pt x="558" y="5003"/>
                    <a:pt x="959" y="5805"/>
                    <a:pt x="1517" y="6520"/>
                  </a:cubicBezTo>
                  <a:cubicBezTo>
                    <a:pt x="2249" y="7531"/>
                    <a:pt x="3121" y="8437"/>
                    <a:pt x="4097" y="9222"/>
                  </a:cubicBezTo>
                  <a:cubicBezTo>
                    <a:pt x="4306" y="9396"/>
                    <a:pt x="4533" y="9570"/>
                    <a:pt x="4742" y="9727"/>
                  </a:cubicBezTo>
                  <a:cubicBezTo>
                    <a:pt x="5003" y="9936"/>
                    <a:pt x="5265" y="10128"/>
                    <a:pt x="5526" y="10337"/>
                  </a:cubicBezTo>
                  <a:lnTo>
                    <a:pt x="5526" y="10163"/>
                  </a:lnTo>
                  <a:cubicBezTo>
                    <a:pt x="5300" y="9971"/>
                    <a:pt x="5056" y="9797"/>
                    <a:pt x="4829" y="9622"/>
                  </a:cubicBezTo>
                  <a:cubicBezTo>
                    <a:pt x="4620" y="9466"/>
                    <a:pt x="4393" y="9291"/>
                    <a:pt x="4184" y="9117"/>
                  </a:cubicBezTo>
                  <a:cubicBezTo>
                    <a:pt x="3208" y="8350"/>
                    <a:pt x="2354" y="7444"/>
                    <a:pt x="1622" y="6450"/>
                  </a:cubicBezTo>
                  <a:cubicBezTo>
                    <a:pt x="1081" y="5753"/>
                    <a:pt x="680" y="4951"/>
                    <a:pt x="436" y="4114"/>
                  </a:cubicBezTo>
                  <a:cubicBezTo>
                    <a:pt x="140" y="2894"/>
                    <a:pt x="332" y="1500"/>
                    <a:pt x="1012" y="70"/>
                  </a:cubicBezTo>
                  <a:lnTo>
                    <a:pt x="907" y="0"/>
                  </a:lnTo>
                  <a:close/>
                </a:path>
              </a:pathLst>
            </a:custGeom>
            <a:solidFill>
              <a:srgbClr val="5B3C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106"/>
            <p:cNvSpPr/>
            <p:nvPr/>
          </p:nvSpPr>
          <p:spPr>
            <a:xfrm>
              <a:off x="2356450" y="2678150"/>
              <a:ext cx="509875" cy="303100"/>
            </a:xfrm>
            <a:custGeom>
              <a:rect b="b" l="l" r="r" t="t"/>
              <a:pathLst>
                <a:path extrusionOk="0" h="12124" w="20395">
                  <a:moveTo>
                    <a:pt x="3852" y="1"/>
                  </a:moveTo>
                  <a:cubicBezTo>
                    <a:pt x="3452" y="18"/>
                    <a:pt x="3051" y="35"/>
                    <a:pt x="2667" y="88"/>
                  </a:cubicBezTo>
                  <a:cubicBezTo>
                    <a:pt x="2615" y="105"/>
                    <a:pt x="2563" y="105"/>
                    <a:pt x="2510" y="105"/>
                  </a:cubicBezTo>
                  <a:cubicBezTo>
                    <a:pt x="2214" y="157"/>
                    <a:pt x="1900" y="210"/>
                    <a:pt x="1604" y="297"/>
                  </a:cubicBezTo>
                  <a:cubicBezTo>
                    <a:pt x="941" y="1465"/>
                    <a:pt x="401" y="2702"/>
                    <a:pt x="0" y="3992"/>
                  </a:cubicBezTo>
                  <a:cubicBezTo>
                    <a:pt x="244" y="4759"/>
                    <a:pt x="593" y="5509"/>
                    <a:pt x="1011" y="6189"/>
                  </a:cubicBezTo>
                  <a:cubicBezTo>
                    <a:pt x="1046" y="6258"/>
                    <a:pt x="1081" y="6311"/>
                    <a:pt x="1116" y="6363"/>
                  </a:cubicBezTo>
                  <a:cubicBezTo>
                    <a:pt x="1499" y="6973"/>
                    <a:pt x="1935" y="7531"/>
                    <a:pt x="2423" y="8036"/>
                  </a:cubicBezTo>
                  <a:cubicBezTo>
                    <a:pt x="2458" y="8071"/>
                    <a:pt x="2493" y="8106"/>
                    <a:pt x="2528" y="8141"/>
                  </a:cubicBezTo>
                  <a:cubicBezTo>
                    <a:pt x="2545" y="8158"/>
                    <a:pt x="2563" y="8193"/>
                    <a:pt x="2580" y="8211"/>
                  </a:cubicBezTo>
                  <a:cubicBezTo>
                    <a:pt x="3330" y="8978"/>
                    <a:pt x="4184" y="9657"/>
                    <a:pt x="5125" y="10198"/>
                  </a:cubicBezTo>
                  <a:cubicBezTo>
                    <a:pt x="5177" y="10233"/>
                    <a:pt x="5212" y="10250"/>
                    <a:pt x="5264" y="10285"/>
                  </a:cubicBezTo>
                  <a:cubicBezTo>
                    <a:pt x="5317" y="10320"/>
                    <a:pt x="5369" y="10337"/>
                    <a:pt x="5439" y="10372"/>
                  </a:cubicBezTo>
                  <a:cubicBezTo>
                    <a:pt x="5892" y="10616"/>
                    <a:pt x="6380" y="10843"/>
                    <a:pt x="6868" y="11035"/>
                  </a:cubicBezTo>
                  <a:lnTo>
                    <a:pt x="7025" y="11104"/>
                  </a:lnTo>
                  <a:cubicBezTo>
                    <a:pt x="8887" y="11822"/>
                    <a:pt x="10902" y="12124"/>
                    <a:pt x="12923" y="12124"/>
                  </a:cubicBezTo>
                  <a:cubicBezTo>
                    <a:pt x="13456" y="12124"/>
                    <a:pt x="13989" y="12103"/>
                    <a:pt x="14520" y="12063"/>
                  </a:cubicBezTo>
                  <a:lnTo>
                    <a:pt x="14660" y="12063"/>
                  </a:lnTo>
                  <a:cubicBezTo>
                    <a:pt x="15183" y="12011"/>
                    <a:pt x="15706" y="11958"/>
                    <a:pt x="16229" y="11871"/>
                  </a:cubicBezTo>
                  <a:cubicBezTo>
                    <a:pt x="16542" y="11819"/>
                    <a:pt x="16874" y="11767"/>
                    <a:pt x="17187" y="11697"/>
                  </a:cubicBezTo>
                  <a:cubicBezTo>
                    <a:pt x="17222" y="11679"/>
                    <a:pt x="17257" y="11679"/>
                    <a:pt x="17309" y="11662"/>
                  </a:cubicBezTo>
                  <a:cubicBezTo>
                    <a:pt x="18181" y="11488"/>
                    <a:pt x="19035" y="11191"/>
                    <a:pt x="19837" y="10790"/>
                  </a:cubicBezTo>
                  <a:lnTo>
                    <a:pt x="19959" y="10721"/>
                  </a:lnTo>
                  <a:cubicBezTo>
                    <a:pt x="19994" y="10703"/>
                    <a:pt x="20029" y="10686"/>
                    <a:pt x="20064" y="10668"/>
                  </a:cubicBezTo>
                  <a:cubicBezTo>
                    <a:pt x="20168" y="10616"/>
                    <a:pt x="20273" y="10546"/>
                    <a:pt x="20360" y="10494"/>
                  </a:cubicBezTo>
                  <a:cubicBezTo>
                    <a:pt x="20186" y="8908"/>
                    <a:pt x="20377" y="7339"/>
                    <a:pt x="20395" y="5701"/>
                  </a:cubicBezTo>
                  <a:cubicBezTo>
                    <a:pt x="19628" y="5090"/>
                    <a:pt x="18808" y="4550"/>
                    <a:pt x="17937" y="4097"/>
                  </a:cubicBezTo>
                  <a:cubicBezTo>
                    <a:pt x="16525" y="3347"/>
                    <a:pt x="15061" y="2685"/>
                    <a:pt x="13579" y="2145"/>
                  </a:cubicBezTo>
                  <a:cubicBezTo>
                    <a:pt x="13527" y="2127"/>
                    <a:pt x="13475" y="2110"/>
                    <a:pt x="13440" y="2092"/>
                  </a:cubicBezTo>
                  <a:cubicBezTo>
                    <a:pt x="12760" y="1848"/>
                    <a:pt x="12097" y="1639"/>
                    <a:pt x="11418" y="1412"/>
                  </a:cubicBezTo>
                  <a:cubicBezTo>
                    <a:pt x="11383" y="1395"/>
                    <a:pt x="11330" y="1378"/>
                    <a:pt x="11296" y="1378"/>
                  </a:cubicBezTo>
                  <a:lnTo>
                    <a:pt x="10755" y="1221"/>
                  </a:lnTo>
                  <a:lnTo>
                    <a:pt x="10633" y="1186"/>
                  </a:lnTo>
                  <a:cubicBezTo>
                    <a:pt x="9797" y="942"/>
                    <a:pt x="8977" y="733"/>
                    <a:pt x="8123" y="541"/>
                  </a:cubicBezTo>
                  <a:cubicBezTo>
                    <a:pt x="7705" y="454"/>
                    <a:pt x="7286" y="349"/>
                    <a:pt x="6851" y="279"/>
                  </a:cubicBezTo>
                  <a:cubicBezTo>
                    <a:pt x="6798" y="279"/>
                    <a:pt x="6763" y="262"/>
                    <a:pt x="6711" y="262"/>
                  </a:cubicBezTo>
                  <a:cubicBezTo>
                    <a:pt x="6519" y="227"/>
                    <a:pt x="6310" y="192"/>
                    <a:pt x="6101" y="157"/>
                  </a:cubicBezTo>
                  <a:cubicBezTo>
                    <a:pt x="6049" y="140"/>
                    <a:pt x="6014" y="140"/>
                    <a:pt x="5979" y="140"/>
                  </a:cubicBezTo>
                  <a:cubicBezTo>
                    <a:pt x="5369" y="53"/>
                    <a:pt x="4741" y="1"/>
                    <a:pt x="4131" y="1"/>
                  </a:cubicBez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106"/>
            <p:cNvSpPr/>
            <p:nvPr/>
          </p:nvSpPr>
          <p:spPr>
            <a:xfrm>
              <a:off x="2298125" y="2413825"/>
              <a:ext cx="670625" cy="526600"/>
            </a:xfrm>
            <a:custGeom>
              <a:rect b="b" l="l" r="r" t="t"/>
              <a:pathLst>
                <a:path extrusionOk="0" h="21064" w="26825">
                  <a:moveTo>
                    <a:pt x="14833" y="0"/>
                  </a:moveTo>
                  <a:cubicBezTo>
                    <a:pt x="14197" y="0"/>
                    <a:pt x="13495" y="188"/>
                    <a:pt x="13036" y="864"/>
                  </a:cubicBezTo>
                  <a:cubicBezTo>
                    <a:pt x="13036" y="864"/>
                    <a:pt x="12755" y="773"/>
                    <a:pt x="12247" y="773"/>
                  </a:cubicBezTo>
                  <a:cubicBezTo>
                    <a:pt x="11254" y="773"/>
                    <a:pt x="9393" y="1124"/>
                    <a:pt x="7074" y="3200"/>
                  </a:cubicBezTo>
                  <a:cubicBezTo>
                    <a:pt x="4216" y="5763"/>
                    <a:pt x="3693" y="7070"/>
                    <a:pt x="2891" y="8883"/>
                  </a:cubicBezTo>
                  <a:cubicBezTo>
                    <a:pt x="2891" y="8883"/>
                    <a:pt x="2681" y="8843"/>
                    <a:pt x="2394" y="8843"/>
                  </a:cubicBezTo>
                  <a:cubicBezTo>
                    <a:pt x="1539" y="8843"/>
                    <a:pt x="0" y="9194"/>
                    <a:pt x="1252" y="11985"/>
                  </a:cubicBezTo>
                  <a:cubicBezTo>
                    <a:pt x="2926" y="15733"/>
                    <a:pt x="5976" y="18208"/>
                    <a:pt x="11258" y="19795"/>
                  </a:cubicBezTo>
                  <a:cubicBezTo>
                    <a:pt x="13921" y="20602"/>
                    <a:pt x="16673" y="21064"/>
                    <a:pt x="19107" y="21064"/>
                  </a:cubicBezTo>
                  <a:cubicBezTo>
                    <a:pt x="21245" y="21064"/>
                    <a:pt x="23136" y="20707"/>
                    <a:pt x="24506" y="19917"/>
                  </a:cubicBezTo>
                  <a:cubicBezTo>
                    <a:pt x="24924" y="19690"/>
                    <a:pt x="24994" y="19132"/>
                    <a:pt x="24663" y="18801"/>
                  </a:cubicBezTo>
                  <a:lnTo>
                    <a:pt x="24645" y="18784"/>
                  </a:lnTo>
                  <a:cubicBezTo>
                    <a:pt x="24645" y="18784"/>
                    <a:pt x="25360" y="16204"/>
                    <a:pt x="24732" y="15785"/>
                  </a:cubicBezTo>
                  <a:cubicBezTo>
                    <a:pt x="24732" y="15785"/>
                    <a:pt x="26824" y="6948"/>
                    <a:pt x="21403" y="2677"/>
                  </a:cubicBezTo>
                  <a:cubicBezTo>
                    <a:pt x="21403" y="2677"/>
                    <a:pt x="19803" y="240"/>
                    <a:pt x="17005" y="240"/>
                  </a:cubicBezTo>
                  <a:cubicBezTo>
                    <a:pt x="16782" y="240"/>
                    <a:pt x="16551" y="256"/>
                    <a:pt x="16313" y="289"/>
                  </a:cubicBezTo>
                  <a:cubicBezTo>
                    <a:pt x="16313" y="289"/>
                    <a:pt x="15623" y="0"/>
                    <a:pt x="14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106"/>
            <p:cNvSpPr/>
            <p:nvPr/>
          </p:nvSpPr>
          <p:spPr>
            <a:xfrm>
              <a:off x="2370375" y="2635875"/>
              <a:ext cx="104625" cy="158225"/>
            </a:xfrm>
            <a:custGeom>
              <a:rect b="b" l="l" r="r" t="t"/>
              <a:pathLst>
                <a:path extrusionOk="0" fill="none" h="6329" w="4185">
                  <a:moveTo>
                    <a:pt x="1" y="1"/>
                  </a:moveTo>
                  <a:cubicBezTo>
                    <a:pt x="1" y="36"/>
                    <a:pt x="315" y="4271"/>
                    <a:pt x="4184" y="6328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106"/>
            <p:cNvSpPr/>
            <p:nvPr/>
          </p:nvSpPr>
          <p:spPr>
            <a:xfrm>
              <a:off x="2468425" y="2774025"/>
              <a:ext cx="105500" cy="87625"/>
            </a:xfrm>
            <a:custGeom>
              <a:rect b="b" l="l" r="r" t="t"/>
              <a:pathLst>
                <a:path extrusionOk="0" fill="none" h="3505" w="4220">
                  <a:moveTo>
                    <a:pt x="472" y="558"/>
                  </a:moveTo>
                  <a:lnTo>
                    <a:pt x="175" y="1203"/>
                  </a:lnTo>
                  <a:cubicBezTo>
                    <a:pt x="1" y="1569"/>
                    <a:pt x="158" y="2005"/>
                    <a:pt x="524" y="2197"/>
                  </a:cubicBezTo>
                  <a:lnTo>
                    <a:pt x="2651" y="3295"/>
                  </a:lnTo>
                  <a:cubicBezTo>
                    <a:pt x="3034" y="3504"/>
                    <a:pt x="3487" y="3347"/>
                    <a:pt x="3696" y="2981"/>
                  </a:cubicBezTo>
                  <a:lnTo>
                    <a:pt x="4028" y="2319"/>
                  </a:lnTo>
                  <a:cubicBezTo>
                    <a:pt x="4219" y="1953"/>
                    <a:pt x="4080" y="1482"/>
                    <a:pt x="3696" y="1290"/>
                  </a:cubicBezTo>
                  <a:lnTo>
                    <a:pt x="1518" y="210"/>
                  </a:lnTo>
                  <a:cubicBezTo>
                    <a:pt x="1134" y="0"/>
                    <a:pt x="663" y="157"/>
                    <a:pt x="472" y="558"/>
                  </a:cubicBezTo>
                  <a:close/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106"/>
            <p:cNvSpPr/>
            <p:nvPr/>
          </p:nvSpPr>
          <p:spPr>
            <a:xfrm>
              <a:off x="2565625" y="2843750"/>
              <a:ext cx="310300" cy="81075"/>
            </a:xfrm>
            <a:custGeom>
              <a:rect b="b" l="l" r="r" t="t"/>
              <a:pathLst>
                <a:path extrusionOk="0" fill="none" h="3243" w="12412">
                  <a:moveTo>
                    <a:pt x="0" y="0"/>
                  </a:moveTo>
                  <a:cubicBezTo>
                    <a:pt x="0" y="0"/>
                    <a:pt x="5125" y="3243"/>
                    <a:pt x="12411" y="1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106"/>
            <p:cNvSpPr/>
            <p:nvPr/>
          </p:nvSpPr>
          <p:spPr>
            <a:xfrm>
              <a:off x="2873725" y="2808450"/>
              <a:ext cx="42725" cy="85875"/>
            </a:xfrm>
            <a:custGeom>
              <a:rect b="b" l="l" r="r" t="t"/>
              <a:pathLst>
                <a:path extrusionOk="0" fill="none" h="3435" w="1709">
                  <a:moveTo>
                    <a:pt x="1708" y="0"/>
                  </a:moveTo>
                  <a:cubicBezTo>
                    <a:pt x="1708" y="0"/>
                    <a:pt x="366" y="157"/>
                    <a:pt x="261" y="872"/>
                  </a:cubicBezTo>
                  <a:cubicBezTo>
                    <a:pt x="174" y="1430"/>
                    <a:pt x="0" y="2999"/>
                    <a:pt x="227" y="3225"/>
                  </a:cubicBezTo>
                  <a:cubicBezTo>
                    <a:pt x="471" y="3434"/>
                    <a:pt x="1639" y="3016"/>
                    <a:pt x="1639" y="3016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106"/>
            <p:cNvSpPr/>
            <p:nvPr/>
          </p:nvSpPr>
          <p:spPr>
            <a:xfrm>
              <a:off x="2624875" y="2435850"/>
              <a:ext cx="104625" cy="227075"/>
            </a:xfrm>
            <a:custGeom>
              <a:rect b="b" l="l" r="r" t="t"/>
              <a:pathLst>
                <a:path extrusionOk="0" fill="none" h="9083" w="4185">
                  <a:moveTo>
                    <a:pt x="1" y="1"/>
                  </a:moveTo>
                  <a:cubicBezTo>
                    <a:pt x="2389" y="2459"/>
                    <a:pt x="3853" y="5666"/>
                    <a:pt x="4184" y="9082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106"/>
            <p:cNvSpPr/>
            <p:nvPr/>
          </p:nvSpPr>
          <p:spPr>
            <a:xfrm>
              <a:off x="2704625" y="2420600"/>
              <a:ext cx="84125" cy="242750"/>
            </a:xfrm>
            <a:custGeom>
              <a:rect b="b" l="l" r="r" t="t"/>
              <a:pathLst>
                <a:path extrusionOk="0" fill="none" h="9710" w="3365">
                  <a:moveTo>
                    <a:pt x="1" y="1"/>
                  </a:moveTo>
                  <a:cubicBezTo>
                    <a:pt x="1970" y="2650"/>
                    <a:pt x="3313" y="6415"/>
                    <a:pt x="3365" y="9710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106"/>
            <p:cNvSpPr/>
            <p:nvPr/>
          </p:nvSpPr>
          <p:spPr>
            <a:xfrm>
              <a:off x="2787000" y="2441100"/>
              <a:ext cx="57100" cy="226625"/>
            </a:xfrm>
            <a:custGeom>
              <a:rect b="b" l="l" r="r" t="t"/>
              <a:pathLst>
                <a:path extrusionOk="0" fill="none" h="9065" w="2284">
                  <a:moveTo>
                    <a:pt x="0" y="0"/>
                  </a:moveTo>
                  <a:cubicBezTo>
                    <a:pt x="1499" y="2772"/>
                    <a:pt x="2284" y="5892"/>
                    <a:pt x="2231" y="9064"/>
                  </a:cubicBezTo>
                </a:path>
              </a:pathLst>
            </a:custGeom>
            <a:noFill/>
            <a:ln cap="rnd" cmpd="sng" w="3050">
              <a:solidFill>
                <a:srgbClr val="3F23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106"/>
            <p:cNvSpPr/>
            <p:nvPr/>
          </p:nvSpPr>
          <p:spPr>
            <a:xfrm>
              <a:off x="2429650" y="2515925"/>
              <a:ext cx="65825" cy="65125"/>
            </a:xfrm>
            <a:custGeom>
              <a:rect b="b" l="l" r="r" t="t"/>
              <a:pathLst>
                <a:path extrusionOk="0" h="2605" w="2633">
                  <a:moveTo>
                    <a:pt x="1821" y="0"/>
                  </a:moveTo>
                  <a:cubicBezTo>
                    <a:pt x="1795" y="0"/>
                    <a:pt x="1770" y="2"/>
                    <a:pt x="1744" y="5"/>
                  </a:cubicBezTo>
                  <a:cubicBezTo>
                    <a:pt x="1447" y="40"/>
                    <a:pt x="1151" y="284"/>
                    <a:pt x="959" y="511"/>
                  </a:cubicBezTo>
                  <a:cubicBezTo>
                    <a:pt x="646" y="842"/>
                    <a:pt x="402" y="1225"/>
                    <a:pt x="192" y="1626"/>
                  </a:cubicBezTo>
                  <a:cubicBezTo>
                    <a:pt x="175" y="1679"/>
                    <a:pt x="157" y="1713"/>
                    <a:pt x="123" y="1766"/>
                  </a:cubicBezTo>
                  <a:cubicBezTo>
                    <a:pt x="35" y="1923"/>
                    <a:pt x="1" y="2114"/>
                    <a:pt x="53" y="2306"/>
                  </a:cubicBezTo>
                  <a:cubicBezTo>
                    <a:pt x="135" y="2486"/>
                    <a:pt x="323" y="2604"/>
                    <a:pt x="533" y="2604"/>
                  </a:cubicBezTo>
                  <a:cubicBezTo>
                    <a:pt x="547" y="2604"/>
                    <a:pt x="561" y="2604"/>
                    <a:pt x="576" y="2602"/>
                  </a:cubicBezTo>
                  <a:cubicBezTo>
                    <a:pt x="1116" y="2550"/>
                    <a:pt x="1604" y="2289"/>
                    <a:pt x="1935" y="1870"/>
                  </a:cubicBezTo>
                  <a:cubicBezTo>
                    <a:pt x="2302" y="1469"/>
                    <a:pt x="2633" y="946"/>
                    <a:pt x="2406" y="406"/>
                  </a:cubicBezTo>
                  <a:cubicBezTo>
                    <a:pt x="2311" y="153"/>
                    <a:pt x="2073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106"/>
            <p:cNvSpPr/>
            <p:nvPr/>
          </p:nvSpPr>
          <p:spPr>
            <a:xfrm>
              <a:off x="2394800" y="2591425"/>
              <a:ext cx="35750" cy="34625"/>
            </a:xfrm>
            <a:custGeom>
              <a:rect b="b" l="l" r="r" t="t"/>
              <a:pathLst>
                <a:path extrusionOk="0" h="1385" w="1430">
                  <a:moveTo>
                    <a:pt x="674" y="0"/>
                  </a:moveTo>
                  <a:cubicBezTo>
                    <a:pt x="338" y="0"/>
                    <a:pt x="104" y="373"/>
                    <a:pt x="52" y="663"/>
                  </a:cubicBezTo>
                  <a:cubicBezTo>
                    <a:pt x="0" y="890"/>
                    <a:pt x="70" y="1116"/>
                    <a:pt x="262" y="1273"/>
                  </a:cubicBezTo>
                  <a:cubicBezTo>
                    <a:pt x="358" y="1345"/>
                    <a:pt x="479" y="1384"/>
                    <a:pt x="602" y="1384"/>
                  </a:cubicBezTo>
                  <a:cubicBezTo>
                    <a:pt x="657" y="1384"/>
                    <a:pt x="713" y="1377"/>
                    <a:pt x="767" y="1360"/>
                  </a:cubicBezTo>
                  <a:cubicBezTo>
                    <a:pt x="924" y="1291"/>
                    <a:pt x="1081" y="1186"/>
                    <a:pt x="1185" y="1047"/>
                  </a:cubicBezTo>
                  <a:cubicBezTo>
                    <a:pt x="1238" y="977"/>
                    <a:pt x="1273" y="907"/>
                    <a:pt x="1290" y="820"/>
                  </a:cubicBezTo>
                  <a:cubicBezTo>
                    <a:pt x="1429" y="419"/>
                    <a:pt x="1116" y="1"/>
                    <a:pt x="697" y="1"/>
                  </a:cubicBezTo>
                  <a:cubicBezTo>
                    <a:pt x="690" y="0"/>
                    <a:pt x="682" y="0"/>
                    <a:pt x="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106"/>
            <p:cNvSpPr/>
            <p:nvPr/>
          </p:nvSpPr>
          <p:spPr>
            <a:xfrm>
              <a:off x="1059550" y="3024600"/>
              <a:ext cx="435825" cy="406175"/>
            </a:xfrm>
            <a:custGeom>
              <a:rect b="b" l="l" r="r" t="t"/>
              <a:pathLst>
                <a:path extrusionOk="0" h="16247" w="17433">
                  <a:moveTo>
                    <a:pt x="10686" y="0"/>
                  </a:moveTo>
                  <a:cubicBezTo>
                    <a:pt x="10372" y="157"/>
                    <a:pt x="7653" y="3382"/>
                    <a:pt x="5893" y="5038"/>
                  </a:cubicBezTo>
                  <a:cubicBezTo>
                    <a:pt x="4115" y="6694"/>
                    <a:pt x="1" y="9256"/>
                    <a:pt x="1" y="9256"/>
                  </a:cubicBezTo>
                  <a:lnTo>
                    <a:pt x="1622" y="16246"/>
                  </a:lnTo>
                  <a:cubicBezTo>
                    <a:pt x="1622" y="16246"/>
                    <a:pt x="6259" y="11906"/>
                    <a:pt x="6991" y="11226"/>
                  </a:cubicBezTo>
                  <a:cubicBezTo>
                    <a:pt x="7723" y="10529"/>
                    <a:pt x="9205" y="10163"/>
                    <a:pt x="11087" y="8420"/>
                  </a:cubicBezTo>
                  <a:cubicBezTo>
                    <a:pt x="12307" y="7304"/>
                    <a:pt x="12883" y="5369"/>
                    <a:pt x="12883" y="5369"/>
                  </a:cubicBezTo>
                  <a:cubicBezTo>
                    <a:pt x="13283" y="4829"/>
                    <a:pt x="13754" y="4323"/>
                    <a:pt x="14260" y="3853"/>
                  </a:cubicBezTo>
                  <a:cubicBezTo>
                    <a:pt x="15061" y="3138"/>
                    <a:pt x="17432" y="872"/>
                    <a:pt x="16805" y="349"/>
                  </a:cubicBezTo>
                  <a:cubicBezTo>
                    <a:pt x="16745" y="301"/>
                    <a:pt x="16658" y="279"/>
                    <a:pt x="16549" y="279"/>
                  </a:cubicBezTo>
                  <a:cubicBezTo>
                    <a:pt x="15517" y="279"/>
                    <a:pt x="12534" y="2249"/>
                    <a:pt x="12534" y="2249"/>
                  </a:cubicBezTo>
                  <a:cubicBezTo>
                    <a:pt x="12290" y="1796"/>
                    <a:pt x="10686" y="0"/>
                    <a:pt x="106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106"/>
            <p:cNvSpPr/>
            <p:nvPr/>
          </p:nvSpPr>
          <p:spPr>
            <a:xfrm>
              <a:off x="408500" y="2870325"/>
              <a:ext cx="872025" cy="1438550"/>
            </a:xfrm>
            <a:custGeom>
              <a:rect b="b" l="l" r="r" t="t"/>
              <a:pathLst>
                <a:path extrusionOk="0" h="57542" w="34881">
                  <a:moveTo>
                    <a:pt x="14137" y="1"/>
                  </a:moveTo>
                  <a:cubicBezTo>
                    <a:pt x="14137" y="1"/>
                    <a:pt x="4550" y="7043"/>
                    <a:pt x="1639" y="15915"/>
                  </a:cubicBezTo>
                  <a:cubicBezTo>
                    <a:pt x="105" y="20587"/>
                    <a:pt x="1" y="31830"/>
                    <a:pt x="262" y="41470"/>
                  </a:cubicBezTo>
                  <a:cubicBezTo>
                    <a:pt x="297" y="43003"/>
                    <a:pt x="349" y="44520"/>
                    <a:pt x="402" y="45949"/>
                  </a:cubicBezTo>
                  <a:cubicBezTo>
                    <a:pt x="436" y="46891"/>
                    <a:pt x="471" y="47832"/>
                    <a:pt x="524" y="48703"/>
                  </a:cubicBezTo>
                  <a:cubicBezTo>
                    <a:pt x="593" y="50377"/>
                    <a:pt x="663" y="51893"/>
                    <a:pt x="733" y="53183"/>
                  </a:cubicBezTo>
                  <a:cubicBezTo>
                    <a:pt x="890" y="55868"/>
                    <a:pt x="994" y="57541"/>
                    <a:pt x="994" y="57541"/>
                  </a:cubicBezTo>
                  <a:lnTo>
                    <a:pt x="34880" y="57541"/>
                  </a:lnTo>
                  <a:lnTo>
                    <a:pt x="34009" y="53044"/>
                  </a:lnTo>
                  <a:lnTo>
                    <a:pt x="33085" y="48163"/>
                  </a:lnTo>
                  <a:lnTo>
                    <a:pt x="32614" y="45792"/>
                  </a:lnTo>
                  <a:lnTo>
                    <a:pt x="31673" y="40859"/>
                  </a:lnTo>
                  <a:lnTo>
                    <a:pt x="27716" y="20291"/>
                  </a:lnTo>
                  <a:lnTo>
                    <a:pt x="27263" y="17955"/>
                  </a:lnTo>
                  <a:lnTo>
                    <a:pt x="23463" y="6154"/>
                  </a:lnTo>
                  <a:lnTo>
                    <a:pt x="141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106"/>
            <p:cNvSpPr/>
            <p:nvPr/>
          </p:nvSpPr>
          <p:spPr>
            <a:xfrm>
              <a:off x="415050" y="3892225"/>
              <a:ext cx="809250" cy="136200"/>
            </a:xfrm>
            <a:custGeom>
              <a:rect b="b" l="l" r="r" t="t"/>
              <a:pathLst>
                <a:path extrusionOk="0" h="5448" w="32370">
                  <a:moveTo>
                    <a:pt x="31411" y="1"/>
                  </a:moveTo>
                  <a:cubicBezTo>
                    <a:pt x="26350" y="764"/>
                    <a:pt x="20136" y="1003"/>
                    <a:pt x="14319" y="1003"/>
                  </a:cubicBezTo>
                  <a:cubicBezTo>
                    <a:pt x="8716" y="1003"/>
                    <a:pt x="3481" y="782"/>
                    <a:pt x="0" y="594"/>
                  </a:cubicBezTo>
                  <a:lnTo>
                    <a:pt x="0" y="594"/>
                  </a:lnTo>
                  <a:cubicBezTo>
                    <a:pt x="52" y="2145"/>
                    <a:pt x="87" y="3644"/>
                    <a:pt x="140" y="5073"/>
                  </a:cubicBezTo>
                  <a:cubicBezTo>
                    <a:pt x="3566" y="5349"/>
                    <a:pt x="7813" y="5448"/>
                    <a:pt x="12144" y="5448"/>
                  </a:cubicBezTo>
                  <a:cubicBezTo>
                    <a:pt x="20151" y="5448"/>
                    <a:pt x="28444" y="5109"/>
                    <a:pt x="32370" y="4916"/>
                  </a:cubicBezTo>
                  <a:lnTo>
                    <a:pt x="314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106"/>
            <p:cNvSpPr/>
            <p:nvPr/>
          </p:nvSpPr>
          <p:spPr>
            <a:xfrm>
              <a:off x="421575" y="4074825"/>
              <a:ext cx="837150" cy="134625"/>
            </a:xfrm>
            <a:custGeom>
              <a:rect b="b" l="l" r="r" t="t"/>
              <a:pathLst>
                <a:path extrusionOk="0" h="5385" w="33486">
                  <a:moveTo>
                    <a:pt x="32562" y="1"/>
                  </a:moveTo>
                  <a:cubicBezTo>
                    <a:pt x="27290" y="705"/>
                    <a:pt x="20920" y="929"/>
                    <a:pt x="14956" y="929"/>
                  </a:cubicBezTo>
                  <a:cubicBezTo>
                    <a:pt x="9108" y="929"/>
                    <a:pt x="3651" y="713"/>
                    <a:pt x="1" y="523"/>
                  </a:cubicBezTo>
                  <a:lnTo>
                    <a:pt x="1" y="523"/>
                  </a:lnTo>
                  <a:cubicBezTo>
                    <a:pt x="70" y="2214"/>
                    <a:pt x="140" y="3731"/>
                    <a:pt x="210" y="5021"/>
                  </a:cubicBezTo>
                  <a:cubicBezTo>
                    <a:pt x="3788" y="5288"/>
                    <a:pt x="8191" y="5385"/>
                    <a:pt x="12681" y="5385"/>
                  </a:cubicBezTo>
                  <a:cubicBezTo>
                    <a:pt x="20767" y="5385"/>
                    <a:pt x="29137" y="5072"/>
                    <a:pt x="33486" y="4881"/>
                  </a:cubicBezTo>
                  <a:lnTo>
                    <a:pt x="32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106"/>
            <p:cNvSpPr/>
            <p:nvPr/>
          </p:nvSpPr>
          <p:spPr>
            <a:xfrm>
              <a:off x="761925" y="2870325"/>
              <a:ext cx="339500" cy="507725"/>
            </a:xfrm>
            <a:custGeom>
              <a:rect b="b" l="l" r="r" t="t"/>
              <a:pathLst>
                <a:path extrusionOk="0" h="20309" w="1358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7287" y="9082"/>
                    <a:pt x="8873" y="11732"/>
                  </a:cubicBezTo>
                  <a:cubicBezTo>
                    <a:pt x="9901" y="13458"/>
                    <a:pt x="12115" y="17571"/>
                    <a:pt x="13579" y="20308"/>
                  </a:cubicBezTo>
                  <a:lnTo>
                    <a:pt x="13126" y="17955"/>
                  </a:lnTo>
                  <a:lnTo>
                    <a:pt x="9326" y="61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106"/>
            <p:cNvSpPr/>
            <p:nvPr/>
          </p:nvSpPr>
          <p:spPr>
            <a:xfrm>
              <a:off x="653850" y="3836450"/>
              <a:ext cx="214425" cy="491600"/>
            </a:xfrm>
            <a:custGeom>
              <a:rect b="b" l="l" r="r" t="t"/>
              <a:pathLst>
                <a:path extrusionOk="0" h="19664" w="8577">
                  <a:moveTo>
                    <a:pt x="2929" y="1"/>
                  </a:moveTo>
                  <a:lnTo>
                    <a:pt x="192" y="558"/>
                  </a:lnTo>
                  <a:lnTo>
                    <a:pt x="0" y="19593"/>
                  </a:lnTo>
                  <a:lnTo>
                    <a:pt x="8577" y="19663"/>
                  </a:lnTo>
                  <a:lnTo>
                    <a:pt x="2929" y="1"/>
                  </a:lnTo>
                  <a:close/>
                </a:path>
              </a:pathLst>
            </a:custGeom>
            <a:solidFill>
              <a:srgbClr val="000000">
                <a:alpha val="4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106"/>
            <p:cNvSpPr/>
            <p:nvPr/>
          </p:nvSpPr>
          <p:spPr>
            <a:xfrm>
              <a:off x="680875" y="3851225"/>
              <a:ext cx="327725" cy="449350"/>
            </a:xfrm>
            <a:custGeom>
              <a:rect b="b" l="l" r="r" t="t"/>
              <a:pathLst>
                <a:path extrusionOk="0" h="17974" w="13109">
                  <a:moveTo>
                    <a:pt x="619" y="1"/>
                  </a:moveTo>
                  <a:cubicBezTo>
                    <a:pt x="229" y="1"/>
                    <a:pt x="0" y="12"/>
                    <a:pt x="0" y="37"/>
                  </a:cubicBezTo>
                  <a:cubicBezTo>
                    <a:pt x="0" y="37"/>
                    <a:pt x="506" y="5964"/>
                    <a:pt x="1534" y="9589"/>
                  </a:cubicBezTo>
                  <a:cubicBezTo>
                    <a:pt x="2545" y="13233"/>
                    <a:pt x="3887" y="17974"/>
                    <a:pt x="3887" y="17974"/>
                  </a:cubicBezTo>
                  <a:lnTo>
                    <a:pt x="13108" y="17974"/>
                  </a:lnTo>
                  <a:cubicBezTo>
                    <a:pt x="13108" y="17974"/>
                    <a:pt x="11174" y="10025"/>
                    <a:pt x="11086" y="8073"/>
                  </a:cubicBezTo>
                  <a:cubicBezTo>
                    <a:pt x="10999" y="6121"/>
                    <a:pt x="10581" y="368"/>
                    <a:pt x="10581" y="368"/>
                  </a:cubicBezTo>
                  <a:cubicBezTo>
                    <a:pt x="10581" y="368"/>
                    <a:pt x="2883" y="1"/>
                    <a:pt x="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106"/>
            <p:cNvSpPr/>
            <p:nvPr/>
          </p:nvSpPr>
          <p:spPr>
            <a:xfrm>
              <a:off x="543600" y="3142625"/>
              <a:ext cx="587025" cy="734825"/>
            </a:xfrm>
            <a:custGeom>
              <a:rect b="b" l="l" r="r" t="t"/>
              <a:pathLst>
                <a:path extrusionOk="0" h="29393" w="23481">
                  <a:moveTo>
                    <a:pt x="12529" y="1"/>
                  </a:moveTo>
                  <a:cubicBezTo>
                    <a:pt x="12305" y="1"/>
                    <a:pt x="12074" y="13"/>
                    <a:pt x="11836" y="38"/>
                  </a:cubicBezTo>
                  <a:cubicBezTo>
                    <a:pt x="0" y="1311"/>
                    <a:pt x="3382" y="29218"/>
                    <a:pt x="3382" y="29218"/>
                  </a:cubicBezTo>
                  <a:lnTo>
                    <a:pt x="18861" y="29392"/>
                  </a:lnTo>
                  <a:cubicBezTo>
                    <a:pt x="18861" y="29392"/>
                    <a:pt x="23481" y="1"/>
                    <a:pt x="125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106"/>
            <p:cNvSpPr/>
            <p:nvPr/>
          </p:nvSpPr>
          <p:spPr>
            <a:xfrm>
              <a:off x="757125" y="2395650"/>
              <a:ext cx="510700" cy="628525"/>
            </a:xfrm>
            <a:custGeom>
              <a:rect b="b" l="l" r="r" t="t"/>
              <a:pathLst>
                <a:path extrusionOk="0" h="25141" w="20428">
                  <a:moveTo>
                    <a:pt x="11774" y="1"/>
                  </a:moveTo>
                  <a:cubicBezTo>
                    <a:pt x="11572" y="1"/>
                    <a:pt x="11366" y="8"/>
                    <a:pt x="11157" y="23"/>
                  </a:cubicBezTo>
                  <a:cubicBezTo>
                    <a:pt x="4690" y="458"/>
                    <a:pt x="1" y="4903"/>
                    <a:pt x="820" y="10673"/>
                  </a:cubicBezTo>
                  <a:cubicBezTo>
                    <a:pt x="820" y="10673"/>
                    <a:pt x="1012" y="13410"/>
                    <a:pt x="1639" y="15379"/>
                  </a:cubicBezTo>
                  <a:lnTo>
                    <a:pt x="175" y="18988"/>
                  </a:lnTo>
                  <a:cubicBezTo>
                    <a:pt x="175" y="18988"/>
                    <a:pt x="4864" y="23311"/>
                    <a:pt x="9501" y="25141"/>
                  </a:cubicBezTo>
                  <a:lnTo>
                    <a:pt x="10947" y="23067"/>
                  </a:lnTo>
                  <a:cubicBezTo>
                    <a:pt x="10947" y="23067"/>
                    <a:pt x="12616" y="23689"/>
                    <a:pt x="14252" y="23689"/>
                  </a:cubicBezTo>
                  <a:cubicBezTo>
                    <a:pt x="15270" y="23689"/>
                    <a:pt x="16275" y="23448"/>
                    <a:pt x="16857" y="22666"/>
                  </a:cubicBezTo>
                  <a:cubicBezTo>
                    <a:pt x="17310" y="22056"/>
                    <a:pt x="17815" y="20713"/>
                    <a:pt x="18269" y="19092"/>
                  </a:cubicBezTo>
                  <a:cubicBezTo>
                    <a:pt x="18286" y="19040"/>
                    <a:pt x="18303" y="19005"/>
                    <a:pt x="18303" y="18970"/>
                  </a:cubicBezTo>
                  <a:cubicBezTo>
                    <a:pt x="18391" y="18709"/>
                    <a:pt x="18443" y="18447"/>
                    <a:pt x="18530" y="18186"/>
                  </a:cubicBezTo>
                  <a:cubicBezTo>
                    <a:pt x="18728" y="18222"/>
                    <a:pt x="18977" y="18258"/>
                    <a:pt x="19217" y="18258"/>
                  </a:cubicBezTo>
                  <a:cubicBezTo>
                    <a:pt x="19442" y="18258"/>
                    <a:pt x="19660" y="18226"/>
                    <a:pt x="19820" y="18134"/>
                  </a:cubicBezTo>
                  <a:cubicBezTo>
                    <a:pt x="20256" y="17890"/>
                    <a:pt x="19907" y="13514"/>
                    <a:pt x="19820" y="12294"/>
                  </a:cubicBezTo>
                  <a:cubicBezTo>
                    <a:pt x="20081" y="11004"/>
                    <a:pt x="20256" y="9697"/>
                    <a:pt x="20360" y="8390"/>
                  </a:cubicBezTo>
                  <a:cubicBezTo>
                    <a:pt x="20428" y="6366"/>
                    <a:pt x="17802" y="1"/>
                    <a:pt x="11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106"/>
            <p:cNvSpPr/>
            <p:nvPr/>
          </p:nvSpPr>
          <p:spPr>
            <a:xfrm>
              <a:off x="739250" y="2372900"/>
              <a:ext cx="547375" cy="458300"/>
            </a:xfrm>
            <a:custGeom>
              <a:rect b="b" l="l" r="r" t="t"/>
              <a:pathLst>
                <a:path extrusionOk="0" h="18332" w="21895">
                  <a:moveTo>
                    <a:pt x="13509" y="0"/>
                  </a:moveTo>
                  <a:cubicBezTo>
                    <a:pt x="12920" y="0"/>
                    <a:pt x="12334" y="144"/>
                    <a:pt x="11802" y="410"/>
                  </a:cubicBezTo>
                  <a:cubicBezTo>
                    <a:pt x="11394" y="141"/>
                    <a:pt x="10920" y="5"/>
                    <a:pt x="10446" y="5"/>
                  </a:cubicBezTo>
                  <a:cubicBezTo>
                    <a:pt x="10149" y="5"/>
                    <a:pt x="9852" y="58"/>
                    <a:pt x="9571" y="166"/>
                  </a:cubicBezTo>
                  <a:cubicBezTo>
                    <a:pt x="9117" y="392"/>
                    <a:pt x="8717" y="706"/>
                    <a:pt x="8385" y="1089"/>
                  </a:cubicBezTo>
                  <a:cubicBezTo>
                    <a:pt x="8003" y="957"/>
                    <a:pt x="7593" y="890"/>
                    <a:pt x="7182" y="890"/>
                  </a:cubicBezTo>
                  <a:cubicBezTo>
                    <a:pt x="6246" y="890"/>
                    <a:pt x="5308" y="1236"/>
                    <a:pt x="4690" y="1926"/>
                  </a:cubicBezTo>
                  <a:cubicBezTo>
                    <a:pt x="4394" y="2223"/>
                    <a:pt x="4202" y="2606"/>
                    <a:pt x="4167" y="3024"/>
                  </a:cubicBezTo>
                  <a:cubicBezTo>
                    <a:pt x="3749" y="3094"/>
                    <a:pt x="3348" y="3234"/>
                    <a:pt x="2982" y="3443"/>
                  </a:cubicBezTo>
                  <a:cubicBezTo>
                    <a:pt x="2703" y="3652"/>
                    <a:pt x="2459" y="3896"/>
                    <a:pt x="2250" y="4192"/>
                  </a:cubicBezTo>
                  <a:cubicBezTo>
                    <a:pt x="1883" y="4663"/>
                    <a:pt x="1587" y="5186"/>
                    <a:pt x="1378" y="5744"/>
                  </a:cubicBezTo>
                  <a:cubicBezTo>
                    <a:pt x="1169" y="6301"/>
                    <a:pt x="1151" y="6911"/>
                    <a:pt x="1308" y="7487"/>
                  </a:cubicBezTo>
                  <a:cubicBezTo>
                    <a:pt x="1552" y="8358"/>
                    <a:pt x="1517" y="8463"/>
                    <a:pt x="1500" y="9369"/>
                  </a:cubicBezTo>
                  <a:cubicBezTo>
                    <a:pt x="1500" y="10293"/>
                    <a:pt x="838" y="11705"/>
                    <a:pt x="1535" y="12298"/>
                  </a:cubicBezTo>
                  <a:cubicBezTo>
                    <a:pt x="1535" y="12298"/>
                    <a:pt x="1" y="14320"/>
                    <a:pt x="838" y="15557"/>
                  </a:cubicBezTo>
                  <a:cubicBezTo>
                    <a:pt x="1233" y="16155"/>
                    <a:pt x="1735" y="16310"/>
                    <a:pt x="2147" y="16310"/>
                  </a:cubicBezTo>
                  <a:cubicBezTo>
                    <a:pt x="2589" y="16310"/>
                    <a:pt x="2929" y="16133"/>
                    <a:pt x="2929" y="16133"/>
                  </a:cubicBezTo>
                  <a:lnTo>
                    <a:pt x="2929" y="16133"/>
                  </a:lnTo>
                  <a:cubicBezTo>
                    <a:pt x="2929" y="16133"/>
                    <a:pt x="2738" y="17963"/>
                    <a:pt x="4760" y="18294"/>
                  </a:cubicBezTo>
                  <a:cubicBezTo>
                    <a:pt x="4925" y="18319"/>
                    <a:pt x="5087" y="18331"/>
                    <a:pt x="5244" y="18331"/>
                  </a:cubicBezTo>
                  <a:cubicBezTo>
                    <a:pt x="7030" y="18331"/>
                    <a:pt x="8281" y="16830"/>
                    <a:pt x="8281" y="16830"/>
                  </a:cubicBezTo>
                  <a:cubicBezTo>
                    <a:pt x="8281" y="16830"/>
                    <a:pt x="8744" y="18126"/>
                    <a:pt x="9969" y="18126"/>
                  </a:cubicBezTo>
                  <a:cubicBezTo>
                    <a:pt x="10151" y="18126"/>
                    <a:pt x="10349" y="18098"/>
                    <a:pt x="10564" y="18033"/>
                  </a:cubicBezTo>
                  <a:cubicBezTo>
                    <a:pt x="12255" y="17527"/>
                    <a:pt x="13231" y="13622"/>
                    <a:pt x="13231" y="13622"/>
                  </a:cubicBezTo>
                  <a:cubicBezTo>
                    <a:pt x="13231" y="13622"/>
                    <a:pt x="13842" y="13159"/>
                    <a:pt x="14479" y="13159"/>
                  </a:cubicBezTo>
                  <a:cubicBezTo>
                    <a:pt x="14689" y="13159"/>
                    <a:pt x="14902" y="13210"/>
                    <a:pt x="15096" y="13344"/>
                  </a:cubicBezTo>
                  <a:cubicBezTo>
                    <a:pt x="15866" y="13857"/>
                    <a:pt x="15410" y="16100"/>
                    <a:pt x="16283" y="16100"/>
                  </a:cubicBezTo>
                  <a:cubicBezTo>
                    <a:pt x="16300" y="16100"/>
                    <a:pt x="16317" y="16099"/>
                    <a:pt x="16334" y="16098"/>
                  </a:cubicBezTo>
                  <a:cubicBezTo>
                    <a:pt x="17293" y="16011"/>
                    <a:pt x="18408" y="12106"/>
                    <a:pt x="18408" y="12106"/>
                  </a:cubicBezTo>
                  <a:cubicBezTo>
                    <a:pt x="18408" y="12106"/>
                    <a:pt x="18698" y="12225"/>
                    <a:pt x="19100" y="12225"/>
                  </a:cubicBezTo>
                  <a:cubicBezTo>
                    <a:pt x="19694" y="12225"/>
                    <a:pt x="20531" y="11965"/>
                    <a:pt x="21040" y="10677"/>
                  </a:cubicBezTo>
                  <a:cubicBezTo>
                    <a:pt x="21895" y="8515"/>
                    <a:pt x="20657" y="6493"/>
                    <a:pt x="20657" y="6493"/>
                  </a:cubicBezTo>
                  <a:cubicBezTo>
                    <a:pt x="20657" y="6493"/>
                    <a:pt x="21093" y="3478"/>
                    <a:pt x="19576" y="2467"/>
                  </a:cubicBezTo>
                  <a:cubicBezTo>
                    <a:pt x="18772" y="1915"/>
                    <a:pt x="17826" y="1620"/>
                    <a:pt x="16866" y="1620"/>
                  </a:cubicBezTo>
                  <a:cubicBezTo>
                    <a:pt x="16764" y="1620"/>
                    <a:pt x="16663" y="1623"/>
                    <a:pt x="16561" y="1630"/>
                  </a:cubicBezTo>
                  <a:cubicBezTo>
                    <a:pt x="16038" y="880"/>
                    <a:pt x="15271" y="340"/>
                    <a:pt x="14399" y="113"/>
                  </a:cubicBezTo>
                  <a:cubicBezTo>
                    <a:pt x="14106" y="37"/>
                    <a:pt x="13807" y="0"/>
                    <a:pt x="13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106"/>
            <p:cNvSpPr/>
            <p:nvPr/>
          </p:nvSpPr>
          <p:spPr>
            <a:xfrm>
              <a:off x="1034725" y="2695675"/>
              <a:ext cx="115500" cy="138575"/>
            </a:xfrm>
            <a:custGeom>
              <a:rect b="b" l="l" r="r" t="t"/>
              <a:pathLst>
                <a:path extrusionOk="0" h="5543" w="4620">
                  <a:moveTo>
                    <a:pt x="2443" y="1"/>
                  </a:moveTo>
                  <a:cubicBezTo>
                    <a:pt x="2171" y="1"/>
                    <a:pt x="1901" y="56"/>
                    <a:pt x="1656" y="154"/>
                  </a:cubicBezTo>
                  <a:cubicBezTo>
                    <a:pt x="1011" y="433"/>
                    <a:pt x="593" y="1078"/>
                    <a:pt x="366" y="1757"/>
                  </a:cubicBezTo>
                  <a:cubicBezTo>
                    <a:pt x="0" y="2803"/>
                    <a:pt x="87" y="4128"/>
                    <a:pt x="907" y="4860"/>
                  </a:cubicBezTo>
                  <a:cubicBezTo>
                    <a:pt x="1395" y="5313"/>
                    <a:pt x="2075" y="5470"/>
                    <a:pt x="2737" y="5523"/>
                  </a:cubicBezTo>
                  <a:cubicBezTo>
                    <a:pt x="2824" y="5536"/>
                    <a:pt x="2910" y="5543"/>
                    <a:pt x="2996" y="5543"/>
                  </a:cubicBezTo>
                  <a:cubicBezTo>
                    <a:pt x="3239" y="5543"/>
                    <a:pt x="3477" y="5491"/>
                    <a:pt x="3696" y="5400"/>
                  </a:cubicBezTo>
                  <a:cubicBezTo>
                    <a:pt x="4149" y="5139"/>
                    <a:pt x="4306" y="4564"/>
                    <a:pt x="4393" y="4041"/>
                  </a:cubicBezTo>
                  <a:cubicBezTo>
                    <a:pt x="4620" y="2542"/>
                    <a:pt x="4620" y="311"/>
                    <a:pt x="2789" y="32"/>
                  </a:cubicBezTo>
                  <a:cubicBezTo>
                    <a:pt x="2675" y="11"/>
                    <a:pt x="2559" y="1"/>
                    <a:pt x="2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106"/>
            <p:cNvSpPr/>
            <p:nvPr/>
          </p:nvSpPr>
          <p:spPr>
            <a:xfrm>
              <a:off x="1036900" y="2784050"/>
              <a:ext cx="81950" cy="45775"/>
            </a:xfrm>
            <a:custGeom>
              <a:rect b="b" l="l" r="r" t="t"/>
              <a:pathLst>
                <a:path extrusionOk="0" fill="none" h="1831" w="3278">
                  <a:moveTo>
                    <a:pt x="0" y="0"/>
                  </a:moveTo>
                  <a:cubicBezTo>
                    <a:pt x="210" y="663"/>
                    <a:pt x="680" y="1221"/>
                    <a:pt x="1308" y="1517"/>
                  </a:cubicBezTo>
                  <a:cubicBezTo>
                    <a:pt x="1935" y="1796"/>
                    <a:pt x="2633" y="1831"/>
                    <a:pt x="3277" y="162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106"/>
            <p:cNvSpPr/>
            <p:nvPr/>
          </p:nvSpPr>
          <p:spPr>
            <a:xfrm>
              <a:off x="1092250" y="2743075"/>
              <a:ext cx="20075" cy="45800"/>
            </a:xfrm>
            <a:custGeom>
              <a:rect b="b" l="l" r="r" t="t"/>
              <a:pathLst>
                <a:path extrusionOk="0" fill="none" h="1832" w="803">
                  <a:moveTo>
                    <a:pt x="0" y="1"/>
                  </a:moveTo>
                  <a:cubicBezTo>
                    <a:pt x="506" y="489"/>
                    <a:pt x="785" y="1151"/>
                    <a:pt x="802" y="1831"/>
                  </a:cubicBezTo>
                </a:path>
              </a:pathLst>
            </a:custGeom>
            <a:noFill/>
            <a:ln cap="rnd" cmpd="sng" w="3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106"/>
            <p:cNvSpPr/>
            <p:nvPr/>
          </p:nvSpPr>
          <p:spPr>
            <a:xfrm>
              <a:off x="1209475" y="2751600"/>
              <a:ext cx="21800" cy="29625"/>
            </a:xfrm>
            <a:custGeom>
              <a:rect b="b" l="l" r="r" t="t"/>
              <a:pathLst>
                <a:path extrusionOk="0" h="1185" w="872">
                  <a:moveTo>
                    <a:pt x="519" y="1"/>
                  </a:moveTo>
                  <a:cubicBezTo>
                    <a:pt x="341" y="1"/>
                    <a:pt x="149" y="213"/>
                    <a:pt x="70" y="497"/>
                  </a:cubicBezTo>
                  <a:cubicBezTo>
                    <a:pt x="0" y="828"/>
                    <a:pt x="87" y="1124"/>
                    <a:pt x="297" y="1176"/>
                  </a:cubicBezTo>
                  <a:cubicBezTo>
                    <a:pt x="316" y="1182"/>
                    <a:pt x="336" y="1184"/>
                    <a:pt x="357" y="1184"/>
                  </a:cubicBezTo>
                  <a:cubicBezTo>
                    <a:pt x="533" y="1184"/>
                    <a:pt x="724" y="985"/>
                    <a:pt x="802" y="688"/>
                  </a:cubicBezTo>
                  <a:cubicBezTo>
                    <a:pt x="872" y="374"/>
                    <a:pt x="785" y="61"/>
                    <a:pt x="575" y="8"/>
                  </a:cubicBezTo>
                  <a:cubicBezTo>
                    <a:pt x="557" y="3"/>
                    <a:pt x="538" y="1"/>
                    <a:pt x="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106"/>
            <p:cNvSpPr/>
            <p:nvPr/>
          </p:nvSpPr>
          <p:spPr>
            <a:xfrm>
              <a:off x="1188975" y="2853700"/>
              <a:ext cx="26175" cy="19275"/>
            </a:xfrm>
            <a:custGeom>
              <a:rect b="b" l="l" r="r" t="t"/>
              <a:pathLst>
                <a:path extrusionOk="0" h="771" w="1047">
                  <a:moveTo>
                    <a:pt x="79" y="1"/>
                  </a:moveTo>
                  <a:cubicBezTo>
                    <a:pt x="65" y="1"/>
                    <a:pt x="51" y="6"/>
                    <a:pt x="36" y="21"/>
                  </a:cubicBezTo>
                  <a:cubicBezTo>
                    <a:pt x="1" y="38"/>
                    <a:pt x="1" y="73"/>
                    <a:pt x="18" y="90"/>
                  </a:cubicBezTo>
                  <a:cubicBezTo>
                    <a:pt x="262" y="439"/>
                    <a:pt x="611" y="666"/>
                    <a:pt x="1012" y="770"/>
                  </a:cubicBezTo>
                  <a:cubicBezTo>
                    <a:pt x="1029" y="718"/>
                    <a:pt x="1029" y="683"/>
                    <a:pt x="1047" y="648"/>
                  </a:cubicBezTo>
                  <a:cubicBezTo>
                    <a:pt x="663" y="561"/>
                    <a:pt x="350" y="335"/>
                    <a:pt x="123" y="21"/>
                  </a:cubicBezTo>
                  <a:cubicBezTo>
                    <a:pt x="113" y="11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106"/>
            <p:cNvSpPr/>
            <p:nvPr/>
          </p:nvSpPr>
          <p:spPr>
            <a:xfrm>
              <a:off x="1199875" y="2698900"/>
              <a:ext cx="45775" cy="27650"/>
            </a:xfrm>
            <a:custGeom>
              <a:rect b="b" l="l" r="r" t="t"/>
              <a:pathLst>
                <a:path extrusionOk="0" h="1106" w="1831">
                  <a:moveTo>
                    <a:pt x="999" y="1"/>
                  </a:moveTo>
                  <a:cubicBezTo>
                    <a:pt x="689" y="1"/>
                    <a:pt x="363" y="176"/>
                    <a:pt x="123" y="478"/>
                  </a:cubicBezTo>
                  <a:cubicBezTo>
                    <a:pt x="36" y="565"/>
                    <a:pt x="1" y="687"/>
                    <a:pt x="18" y="809"/>
                  </a:cubicBezTo>
                  <a:cubicBezTo>
                    <a:pt x="53" y="949"/>
                    <a:pt x="210" y="1001"/>
                    <a:pt x="349" y="1036"/>
                  </a:cubicBezTo>
                  <a:cubicBezTo>
                    <a:pt x="570" y="1082"/>
                    <a:pt x="799" y="1105"/>
                    <a:pt x="1030" y="1105"/>
                  </a:cubicBezTo>
                  <a:cubicBezTo>
                    <a:pt x="1145" y="1105"/>
                    <a:pt x="1262" y="1100"/>
                    <a:pt x="1378" y="1088"/>
                  </a:cubicBezTo>
                  <a:cubicBezTo>
                    <a:pt x="1535" y="1071"/>
                    <a:pt x="1744" y="1001"/>
                    <a:pt x="1814" y="844"/>
                  </a:cubicBezTo>
                  <a:cubicBezTo>
                    <a:pt x="1831" y="739"/>
                    <a:pt x="1814" y="617"/>
                    <a:pt x="1761" y="530"/>
                  </a:cubicBezTo>
                  <a:cubicBezTo>
                    <a:pt x="1582" y="163"/>
                    <a:pt x="1298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106"/>
            <p:cNvSpPr/>
            <p:nvPr/>
          </p:nvSpPr>
          <p:spPr>
            <a:xfrm>
              <a:off x="749725" y="2571500"/>
              <a:ext cx="512500" cy="142450"/>
            </a:xfrm>
            <a:custGeom>
              <a:rect b="b" l="l" r="r" t="t"/>
              <a:pathLst>
                <a:path extrusionOk="0" h="5698" w="20500">
                  <a:moveTo>
                    <a:pt x="17000" y="1"/>
                  </a:moveTo>
                  <a:cubicBezTo>
                    <a:pt x="13634" y="1"/>
                    <a:pt x="750" y="1495"/>
                    <a:pt x="750" y="1495"/>
                  </a:cubicBezTo>
                  <a:cubicBezTo>
                    <a:pt x="750" y="1495"/>
                    <a:pt x="0" y="3866"/>
                    <a:pt x="1116" y="4354"/>
                  </a:cubicBezTo>
                  <a:cubicBezTo>
                    <a:pt x="1967" y="4732"/>
                    <a:pt x="6236" y="5698"/>
                    <a:pt x="8882" y="5698"/>
                  </a:cubicBezTo>
                  <a:cubicBezTo>
                    <a:pt x="9649" y="5698"/>
                    <a:pt x="10279" y="5617"/>
                    <a:pt x="10651" y="5417"/>
                  </a:cubicBezTo>
                  <a:cubicBezTo>
                    <a:pt x="12289" y="4545"/>
                    <a:pt x="12132" y="2837"/>
                    <a:pt x="14364" y="2332"/>
                  </a:cubicBezTo>
                  <a:cubicBezTo>
                    <a:pt x="16612" y="1826"/>
                    <a:pt x="20499" y="1652"/>
                    <a:pt x="20499" y="1652"/>
                  </a:cubicBezTo>
                  <a:cubicBezTo>
                    <a:pt x="20499" y="1652"/>
                    <a:pt x="19872" y="188"/>
                    <a:pt x="17449" y="13"/>
                  </a:cubicBezTo>
                  <a:cubicBezTo>
                    <a:pt x="17328" y="5"/>
                    <a:pt x="17177" y="1"/>
                    <a:pt x="17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106"/>
            <p:cNvSpPr/>
            <p:nvPr/>
          </p:nvSpPr>
          <p:spPr>
            <a:xfrm>
              <a:off x="696550" y="2277325"/>
              <a:ext cx="696850" cy="391025"/>
            </a:xfrm>
            <a:custGeom>
              <a:rect b="b" l="l" r="r" t="t"/>
              <a:pathLst>
                <a:path extrusionOk="0" h="15641" w="27874">
                  <a:moveTo>
                    <a:pt x="13987" y="1"/>
                  </a:moveTo>
                  <a:cubicBezTo>
                    <a:pt x="13433" y="1"/>
                    <a:pt x="12877" y="40"/>
                    <a:pt x="12325" y="119"/>
                  </a:cubicBezTo>
                  <a:cubicBezTo>
                    <a:pt x="12150" y="136"/>
                    <a:pt x="11993" y="171"/>
                    <a:pt x="11836" y="189"/>
                  </a:cubicBezTo>
                  <a:cubicBezTo>
                    <a:pt x="9675" y="555"/>
                    <a:pt x="7670" y="1601"/>
                    <a:pt x="6136" y="3169"/>
                  </a:cubicBezTo>
                  <a:cubicBezTo>
                    <a:pt x="3992" y="5383"/>
                    <a:pt x="2511" y="8155"/>
                    <a:pt x="1848" y="11170"/>
                  </a:cubicBezTo>
                  <a:cubicBezTo>
                    <a:pt x="1848" y="11170"/>
                    <a:pt x="1" y="11885"/>
                    <a:pt x="471" y="13192"/>
                  </a:cubicBezTo>
                  <a:cubicBezTo>
                    <a:pt x="471" y="13192"/>
                    <a:pt x="855" y="14378"/>
                    <a:pt x="5422" y="15057"/>
                  </a:cubicBezTo>
                  <a:cubicBezTo>
                    <a:pt x="7646" y="15380"/>
                    <a:pt x="8957" y="15579"/>
                    <a:pt x="9917" y="15579"/>
                  </a:cubicBezTo>
                  <a:cubicBezTo>
                    <a:pt x="10929" y="15579"/>
                    <a:pt x="11552" y="15358"/>
                    <a:pt x="12447" y="14831"/>
                  </a:cubicBezTo>
                  <a:cubicBezTo>
                    <a:pt x="14006" y="13902"/>
                    <a:pt x="15124" y="13058"/>
                    <a:pt x="17420" y="13058"/>
                  </a:cubicBezTo>
                  <a:cubicBezTo>
                    <a:pt x="17666" y="13058"/>
                    <a:pt x="17925" y="13068"/>
                    <a:pt x="18199" y="13088"/>
                  </a:cubicBezTo>
                  <a:cubicBezTo>
                    <a:pt x="21023" y="13297"/>
                    <a:pt x="21703" y="14482"/>
                    <a:pt x="23393" y="15075"/>
                  </a:cubicBezTo>
                  <a:cubicBezTo>
                    <a:pt x="24422" y="15435"/>
                    <a:pt x="25798" y="15641"/>
                    <a:pt x="26735" y="15641"/>
                  </a:cubicBezTo>
                  <a:cubicBezTo>
                    <a:pt x="27338" y="15641"/>
                    <a:pt x="27759" y="15556"/>
                    <a:pt x="27786" y="15371"/>
                  </a:cubicBezTo>
                  <a:cubicBezTo>
                    <a:pt x="27873" y="14970"/>
                    <a:pt x="25694" y="14465"/>
                    <a:pt x="25154" y="14134"/>
                  </a:cubicBezTo>
                  <a:cubicBezTo>
                    <a:pt x="25084" y="14099"/>
                    <a:pt x="25049" y="14046"/>
                    <a:pt x="25049" y="13994"/>
                  </a:cubicBezTo>
                  <a:lnTo>
                    <a:pt x="25049" y="13977"/>
                  </a:lnTo>
                  <a:cubicBezTo>
                    <a:pt x="25067" y="13611"/>
                    <a:pt x="24910" y="12007"/>
                    <a:pt x="24439" y="11763"/>
                  </a:cubicBezTo>
                  <a:cubicBezTo>
                    <a:pt x="24683" y="10037"/>
                    <a:pt x="24282" y="8294"/>
                    <a:pt x="23306" y="6847"/>
                  </a:cubicBezTo>
                  <a:cubicBezTo>
                    <a:pt x="21650" y="4407"/>
                    <a:pt x="20430" y="3257"/>
                    <a:pt x="20430" y="3257"/>
                  </a:cubicBezTo>
                  <a:cubicBezTo>
                    <a:pt x="20430" y="3187"/>
                    <a:pt x="20413" y="3117"/>
                    <a:pt x="20413" y="3065"/>
                  </a:cubicBezTo>
                  <a:cubicBezTo>
                    <a:pt x="20395" y="3030"/>
                    <a:pt x="20395" y="2978"/>
                    <a:pt x="20378" y="2943"/>
                  </a:cubicBezTo>
                  <a:cubicBezTo>
                    <a:pt x="20256" y="2490"/>
                    <a:pt x="19855" y="1653"/>
                    <a:pt x="18513" y="973"/>
                  </a:cubicBezTo>
                  <a:cubicBezTo>
                    <a:pt x="18425" y="921"/>
                    <a:pt x="18338" y="886"/>
                    <a:pt x="18269" y="851"/>
                  </a:cubicBezTo>
                  <a:cubicBezTo>
                    <a:pt x="18112" y="764"/>
                    <a:pt x="17937" y="694"/>
                    <a:pt x="17763" y="624"/>
                  </a:cubicBezTo>
                  <a:cubicBezTo>
                    <a:pt x="16546" y="211"/>
                    <a:pt x="15270" y="1"/>
                    <a:pt x="13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106"/>
            <p:cNvSpPr/>
            <p:nvPr/>
          </p:nvSpPr>
          <p:spPr>
            <a:xfrm>
              <a:off x="741000" y="2553375"/>
              <a:ext cx="584400" cy="76875"/>
            </a:xfrm>
            <a:custGeom>
              <a:rect b="b" l="l" r="r" t="t"/>
              <a:pathLst>
                <a:path extrusionOk="0" h="3075" w="23376">
                  <a:moveTo>
                    <a:pt x="14421" y="1"/>
                  </a:moveTo>
                  <a:cubicBezTo>
                    <a:pt x="13626" y="1"/>
                    <a:pt x="12883" y="125"/>
                    <a:pt x="12220" y="372"/>
                  </a:cubicBezTo>
                  <a:cubicBezTo>
                    <a:pt x="11784" y="547"/>
                    <a:pt x="11348" y="773"/>
                    <a:pt x="10930" y="1000"/>
                  </a:cubicBezTo>
                  <a:cubicBezTo>
                    <a:pt x="10581" y="1192"/>
                    <a:pt x="10233" y="1383"/>
                    <a:pt x="9867" y="1540"/>
                  </a:cubicBezTo>
                  <a:cubicBezTo>
                    <a:pt x="9017" y="1901"/>
                    <a:pt x="8045" y="2088"/>
                    <a:pt x="6998" y="2088"/>
                  </a:cubicBezTo>
                  <a:cubicBezTo>
                    <a:pt x="6325" y="2088"/>
                    <a:pt x="5621" y="2011"/>
                    <a:pt x="4899" y="1854"/>
                  </a:cubicBezTo>
                  <a:cubicBezTo>
                    <a:pt x="3225" y="1523"/>
                    <a:pt x="1622" y="826"/>
                    <a:pt x="105" y="163"/>
                  </a:cubicBezTo>
                  <a:cubicBezTo>
                    <a:pt x="96" y="158"/>
                    <a:pt x="87" y="156"/>
                    <a:pt x="78" y="156"/>
                  </a:cubicBezTo>
                  <a:cubicBezTo>
                    <a:pt x="53" y="156"/>
                    <a:pt x="31" y="172"/>
                    <a:pt x="18" y="198"/>
                  </a:cubicBezTo>
                  <a:cubicBezTo>
                    <a:pt x="1" y="215"/>
                    <a:pt x="18" y="250"/>
                    <a:pt x="53" y="268"/>
                  </a:cubicBezTo>
                  <a:cubicBezTo>
                    <a:pt x="1587" y="948"/>
                    <a:pt x="3173" y="1627"/>
                    <a:pt x="4864" y="1976"/>
                  </a:cubicBezTo>
                  <a:cubicBezTo>
                    <a:pt x="5600" y="2133"/>
                    <a:pt x="6315" y="2210"/>
                    <a:pt x="6997" y="2210"/>
                  </a:cubicBezTo>
                  <a:cubicBezTo>
                    <a:pt x="8059" y="2210"/>
                    <a:pt x="9042" y="2023"/>
                    <a:pt x="9902" y="1662"/>
                  </a:cubicBezTo>
                  <a:cubicBezTo>
                    <a:pt x="10285" y="1505"/>
                    <a:pt x="10634" y="1296"/>
                    <a:pt x="10982" y="1104"/>
                  </a:cubicBezTo>
                  <a:cubicBezTo>
                    <a:pt x="11401" y="878"/>
                    <a:pt x="11819" y="669"/>
                    <a:pt x="12272" y="494"/>
                  </a:cubicBezTo>
                  <a:cubicBezTo>
                    <a:pt x="12916" y="247"/>
                    <a:pt x="13644" y="123"/>
                    <a:pt x="14425" y="123"/>
                  </a:cubicBezTo>
                  <a:cubicBezTo>
                    <a:pt x="15018" y="123"/>
                    <a:pt x="15642" y="194"/>
                    <a:pt x="16281" y="337"/>
                  </a:cubicBezTo>
                  <a:cubicBezTo>
                    <a:pt x="17624" y="634"/>
                    <a:pt x="18896" y="1209"/>
                    <a:pt x="20134" y="1749"/>
                  </a:cubicBezTo>
                  <a:lnTo>
                    <a:pt x="20796" y="2063"/>
                  </a:lnTo>
                  <a:cubicBezTo>
                    <a:pt x="21633" y="2464"/>
                    <a:pt x="22487" y="2813"/>
                    <a:pt x="23376" y="3074"/>
                  </a:cubicBezTo>
                  <a:cubicBezTo>
                    <a:pt x="23306" y="3022"/>
                    <a:pt x="23271" y="2970"/>
                    <a:pt x="23271" y="2935"/>
                  </a:cubicBezTo>
                  <a:lnTo>
                    <a:pt x="23271" y="2917"/>
                  </a:lnTo>
                  <a:cubicBezTo>
                    <a:pt x="22452" y="2656"/>
                    <a:pt x="21633" y="2325"/>
                    <a:pt x="20866" y="1941"/>
                  </a:cubicBezTo>
                  <a:lnTo>
                    <a:pt x="20186" y="1645"/>
                  </a:lnTo>
                  <a:cubicBezTo>
                    <a:pt x="18948" y="1087"/>
                    <a:pt x="17676" y="529"/>
                    <a:pt x="16316" y="215"/>
                  </a:cubicBezTo>
                  <a:cubicBezTo>
                    <a:pt x="15661" y="72"/>
                    <a:pt x="15026" y="1"/>
                    <a:pt x="14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106"/>
            <p:cNvSpPr/>
            <p:nvPr/>
          </p:nvSpPr>
          <p:spPr>
            <a:xfrm>
              <a:off x="1003775" y="2350000"/>
              <a:ext cx="203100" cy="78050"/>
            </a:xfrm>
            <a:custGeom>
              <a:rect b="b" l="l" r="r" t="t"/>
              <a:pathLst>
                <a:path extrusionOk="0" h="3122" w="8124">
                  <a:moveTo>
                    <a:pt x="8089" y="1"/>
                  </a:moveTo>
                  <a:cubicBezTo>
                    <a:pt x="5213" y="350"/>
                    <a:pt x="2441" y="1378"/>
                    <a:pt x="36" y="2999"/>
                  </a:cubicBezTo>
                  <a:cubicBezTo>
                    <a:pt x="1" y="3016"/>
                    <a:pt x="1" y="3051"/>
                    <a:pt x="18" y="3086"/>
                  </a:cubicBezTo>
                  <a:cubicBezTo>
                    <a:pt x="18" y="3104"/>
                    <a:pt x="36" y="3121"/>
                    <a:pt x="70" y="3121"/>
                  </a:cubicBezTo>
                  <a:lnTo>
                    <a:pt x="105" y="3121"/>
                  </a:lnTo>
                  <a:cubicBezTo>
                    <a:pt x="2493" y="1500"/>
                    <a:pt x="5247" y="472"/>
                    <a:pt x="8124" y="123"/>
                  </a:cubicBezTo>
                  <a:cubicBezTo>
                    <a:pt x="8124" y="88"/>
                    <a:pt x="8106" y="53"/>
                    <a:pt x="8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106"/>
            <p:cNvSpPr/>
            <p:nvPr/>
          </p:nvSpPr>
          <p:spPr>
            <a:xfrm>
              <a:off x="946250" y="2297725"/>
              <a:ext cx="213125" cy="79775"/>
            </a:xfrm>
            <a:custGeom>
              <a:rect b="b" l="l" r="r" t="t"/>
              <a:pathLst>
                <a:path extrusionOk="0" h="3191" w="8525">
                  <a:moveTo>
                    <a:pt x="8281" y="0"/>
                  </a:moveTo>
                  <a:cubicBezTo>
                    <a:pt x="5265" y="70"/>
                    <a:pt x="2354" y="1151"/>
                    <a:pt x="18" y="3085"/>
                  </a:cubicBezTo>
                  <a:cubicBezTo>
                    <a:pt x="1" y="3103"/>
                    <a:pt x="1" y="3138"/>
                    <a:pt x="18" y="3173"/>
                  </a:cubicBezTo>
                  <a:cubicBezTo>
                    <a:pt x="36" y="3190"/>
                    <a:pt x="53" y="3190"/>
                    <a:pt x="70" y="3190"/>
                  </a:cubicBezTo>
                  <a:cubicBezTo>
                    <a:pt x="88" y="3190"/>
                    <a:pt x="105" y="3190"/>
                    <a:pt x="105" y="3173"/>
                  </a:cubicBezTo>
                  <a:cubicBezTo>
                    <a:pt x="2476" y="1220"/>
                    <a:pt x="5457" y="140"/>
                    <a:pt x="8525" y="122"/>
                  </a:cubicBezTo>
                  <a:cubicBezTo>
                    <a:pt x="8455" y="87"/>
                    <a:pt x="8368" y="35"/>
                    <a:pt x="8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106"/>
            <p:cNvSpPr/>
            <p:nvPr/>
          </p:nvSpPr>
          <p:spPr>
            <a:xfrm>
              <a:off x="890475" y="2279850"/>
              <a:ext cx="114200" cy="71050"/>
            </a:xfrm>
            <a:custGeom>
              <a:rect b="b" l="l" r="r" t="t"/>
              <a:pathLst>
                <a:path extrusionOk="0" h="2842" w="4568">
                  <a:moveTo>
                    <a:pt x="4568" y="0"/>
                  </a:moveTo>
                  <a:lnTo>
                    <a:pt x="4568" y="0"/>
                  </a:lnTo>
                  <a:cubicBezTo>
                    <a:pt x="4411" y="18"/>
                    <a:pt x="4236" y="53"/>
                    <a:pt x="4079" y="70"/>
                  </a:cubicBezTo>
                  <a:cubicBezTo>
                    <a:pt x="2598" y="750"/>
                    <a:pt x="1221" y="1656"/>
                    <a:pt x="18" y="2737"/>
                  </a:cubicBezTo>
                  <a:cubicBezTo>
                    <a:pt x="1" y="2772"/>
                    <a:pt x="1" y="2807"/>
                    <a:pt x="18" y="2824"/>
                  </a:cubicBezTo>
                  <a:cubicBezTo>
                    <a:pt x="35" y="2842"/>
                    <a:pt x="53" y="2842"/>
                    <a:pt x="70" y="2842"/>
                  </a:cubicBezTo>
                  <a:cubicBezTo>
                    <a:pt x="88" y="2842"/>
                    <a:pt x="105" y="2842"/>
                    <a:pt x="105" y="2824"/>
                  </a:cubicBezTo>
                  <a:cubicBezTo>
                    <a:pt x="1430" y="1639"/>
                    <a:pt x="2929" y="680"/>
                    <a:pt x="4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106"/>
            <p:cNvSpPr/>
            <p:nvPr/>
          </p:nvSpPr>
          <p:spPr>
            <a:xfrm>
              <a:off x="1131875" y="2488150"/>
              <a:ext cx="54950" cy="35975"/>
            </a:xfrm>
            <a:custGeom>
              <a:rect b="b" l="l" r="r" t="t"/>
              <a:pathLst>
                <a:path extrusionOk="0" h="1439" w="2198">
                  <a:moveTo>
                    <a:pt x="1306" y="1"/>
                  </a:moveTo>
                  <a:cubicBezTo>
                    <a:pt x="815" y="1"/>
                    <a:pt x="1" y="257"/>
                    <a:pt x="228" y="802"/>
                  </a:cubicBezTo>
                  <a:cubicBezTo>
                    <a:pt x="315" y="994"/>
                    <a:pt x="455" y="1134"/>
                    <a:pt x="646" y="1221"/>
                  </a:cubicBezTo>
                  <a:cubicBezTo>
                    <a:pt x="850" y="1366"/>
                    <a:pt x="1102" y="1439"/>
                    <a:pt x="1361" y="1439"/>
                  </a:cubicBezTo>
                  <a:cubicBezTo>
                    <a:pt x="1413" y="1439"/>
                    <a:pt x="1466" y="1436"/>
                    <a:pt x="1518" y="1430"/>
                  </a:cubicBezTo>
                  <a:cubicBezTo>
                    <a:pt x="1832" y="1378"/>
                    <a:pt x="2076" y="1151"/>
                    <a:pt x="2145" y="837"/>
                  </a:cubicBezTo>
                  <a:cubicBezTo>
                    <a:pt x="2198" y="454"/>
                    <a:pt x="1867" y="88"/>
                    <a:pt x="1501" y="18"/>
                  </a:cubicBezTo>
                  <a:cubicBezTo>
                    <a:pt x="1446" y="7"/>
                    <a:pt x="1380" y="1"/>
                    <a:pt x="1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106"/>
            <p:cNvSpPr/>
            <p:nvPr/>
          </p:nvSpPr>
          <p:spPr>
            <a:xfrm>
              <a:off x="1192475" y="2509350"/>
              <a:ext cx="80200" cy="56975"/>
            </a:xfrm>
            <a:custGeom>
              <a:rect b="b" l="l" r="r" t="t"/>
              <a:pathLst>
                <a:path extrusionOk="0" h="2279" w="3208">
                  <a:moveTo>
                    <a:pt x="1386" y="1"/>
                  </a:moveTo>
                  <a:cubicBezTo>
                    <a:pt x="1299" y="1"/>
                    <a:pt x="1215" y="8"/>
                    <a:pt x="1133" y="24"/>
                  </a:cubicBezTo>
                  <a:cubicBezTo>
                    <a:pt x="262" y="181"/>
                    <a:pt x="0" y="1070"/>
                    <a:pt x="645" y="1663"/>
                  </a:cubicBezTo>
                  <a:cubicBezTo>
                    <a:pt x="977" y="1942"/>
                    <a:pt x="1360" y="2133"/>
                    <a:pt x="1796" y="2220"/>
                  </a:cubicBezTo>
                  <a:cubicBezTo>
                    <a:pt x="1918" y="2261"/>
                    <a:pt x="2047" y="2278"/>
                    <a:pt x="2174" y="2278"/>
                  </a:cubicBezTo>
                  <a:cubicBezTo>
                    <a:pt x="2264" y="2278"/>
                    <a:pt x="2354" y="2270"/>
                    <a:pt x="2441" y="2255"/>
                  </a:cubicBezTo>
                  <a:cubicBezTo>
                    <a:pt x="2563" y="2220"/>
                    <a:pt x="2685" y="2151"/>
                    <a:pt x="2772" y="2081"/>
                  </a:cubicBezTo>
                  <a:cubicBezTo>
                    <a:pt x="3086" y="1802"/>
                    <a:pt x="3208" y="1384"/>
                    <a:pt x="3068" y="1000"/>
                  </a:cubicBezTo>
                  <a:cubicBezTo>
                    <a:pt x="2867" y="459"/>
                    <a:pt x="2064" y="1"/>
                    <a:pt x="13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34" name="Google Shape;363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" y="44900"/>
            <a:ext cx="3489955" cy="13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5" name="Google Shape;3635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1" y="123913"/>
            <a:ext cx="1180550" cy="11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oughtworks Master 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DF1F3"/>
      </a:lt2>
      <a:accent1>
        <a:srgbClr val="003D4F"/>
      </a:accent1>
      <a:accent2>
        <a:srgbClr val="F2617A"/>
      </a:accent2>
      <a:accent3>
        <a:srgbClr val="CC850A"/>
      </a:accent3>
      <a:accent4>
        <a:srgbClr val="6B9E78"/>
      </a:accent4>
      <a:accent5>
        <a:srgbClr val="47A1AD"/>
      </a:accent5>
      <a:accent6>
        <a:srgbClr val="634F7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dustrial Processes Class for College by Slidesgo">
  <a:themeElements>
    <a:clrScheme name="Simple Light">
      <a:dk1>
        <a:srgbClr val="3F232A"/>
      </a:dk1>
      <a:lt1>
        <a:srgbClr val="FFF4E9"/>
      </a:lt1>
      <a:dk2>
        <a:srgbClr val="FFDFD0"/>
      </a:dk2>
      <a:lt2>
        <a:srgbClr val="FFA386"/>
      </a:lt2>
      <a:accent1>
        <a:srgbClr val="FF973C"/>
      </a:accent1>
      <a:accent2>
        <a:srgbClr val="C9E8FF"/>
      </a:accent2>
      <a:accent3>
        <a:srgbClr val="7575D3"/>
      </a:accent3>
      <a:accent4>
        <a:srgbClr val="8AD280"/>
      </a:accent4>
      <a:accent5>
        <a:srgbClr val="97CFF9"/>
      </a:accent5>
      <a:accent6>
        <a:srgbClr val="131353"/>
      </a:accent6>
      <a:hlink>
        <a:srgbClr val="1313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